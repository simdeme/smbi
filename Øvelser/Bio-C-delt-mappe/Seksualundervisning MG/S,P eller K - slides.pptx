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T Sans Narrow"/>
      <p:regular r:id="rId15"/>
      <p:bold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ansNarrow-regular.fntdata"/><Relationship Id="rId14" Type="http://schemas.openxmlformats.org/officeDocument/2006/relationships/slide" Target="slides/slide9.xml"/><Relationship Id="rId17" Type="http://schemas.openxmlformats.org/officeDocument/2006/relationships/font" Target="fonts/OpenSans-regular.fntdata"/><Relationship Id="rId16" Type="http://schemas.openxmlformats.org/officeDocument/2006/relationships/font" Target="fonts/PTSansNarrow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/>
              <a:t>Formålet i dag er at give et hurtigt overblik over de vigtigste kønssygdomme i Danmark, hvem der rammes, og hvad der virker ift. forebyggelse.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572dbd04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572dbd04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Pointen: Kønssygdomme handler ofte om usynlig smitte, ikke om “snavset sex”. De fleste mærker ingenting.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572dbd04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572dbd04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572dbd04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572dbd04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/>
              <a:t>HPV er mest alvorlig pga. risikoen for kræft. I Danmark tilbydes vaccination til både piger og drenge.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572dbd04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572dbd04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/>
              <a:t>Klamydia er særlig farlig, fordi den spreder sig uden symptomer.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572dbd04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572dbd04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Gonoré er på vej tilbage globalt pga. antibiotikaresistens. Det gør den fagligt interessant – og lidt skræmmende.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572dbd04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572dbd04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Syfilis er sjældnere end gonoré, men tallene stiger stabilt.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72dbd04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572dbd04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572dbd046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572dbd046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sexlinjen.dk" TargetMode="External"/><Relationship Id="rId4" Type="http://schemas.openxmlformats.org/officeDocument/2006/relationships/hyperlink" Target="https://ouh.dk/til-patienter-og-parorende/odense/klinikker/klinik-sos" TargetMode="External"/><Relationship Id="rId5" Type="http://schemas.openxmlformats.org/officeDocument/2006/relationships/hyperlink" Target="https://aidsfondet.dk/checkpoi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Kønssygdomme i Danmark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HPV · Klamydia · Gonoré · Syfilis · HIV/AIDS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Hvad er en kønssygdom?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• </a:t>
            </a:r>
            <a:r>
              <a:rPr lang="da"/>
              <a:t> En infektion, som smitter gennem seksuel kontakt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Skyldes bakterier, virus eller parasitter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Mange giver ingen symptomer → smitte opdages sent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Kan give alvorlige følger uden behandling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30556"/>
              <a:buFont typeface="Arial"/>
              <a:buChar char="●"/>
            </a:pPr>
            <a:r>
              <a:rPr lang="da"/>
              <a:t>Hver fjerde unge får en sexsygdom mindst én gang, inden de fylder 25</a:t>
            </a:r>
            <a:br>
              <a:rPr lang="da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5" title="Udbredelse af udvalgte kønssygdomme i Danmark (estimat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6674" y="1716150"/>
            <a:ext cx="5036001" cy="312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HPV = Human Papilloma Virus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66325"/>
            <a:ext cx="5481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• Ekstremt almindelig: De fleste smittes i løbet af livet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Kan give kønsvorter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Nogle typer kan give kræft (livmoderhals, anus, penis, svælg)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Vaccinationsprogrammet dækker de farligste typer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HPV-vaccination begyndte i 2009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Kraftigt fald i celleforandringer og kønsvorter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a"/>
              <a:t>• Ca. 85–90 % af unge er nu vaccineret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5100" y="1304825"/>
            <a:ext cx="3046499" cy="2030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5100" y="3487590"/>
            <a:ext cx="2031771" cy="150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Klamydia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266325"/>
            <a:ext cx="47814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• Skyldes bakterien Chlamydia trachomatis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Rammer især 15–29-årige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Meget ofte uden symptomer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Let at behandle med antibiotika (eller det har den været)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Kan give underlivsbetændelse og nedsat fertilitet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Ca. 30.000 årlige tilfælde (variation fra år til år)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a"/>
              <a:t>• Ca. 10 % af alle testede unge får en positiv prøve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3100" y="728613"/>
            <a:ext cx="3686275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Gonoré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266325"/>
            <a:ext cx="44508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• Skyldes bakterien Neisseria gonorrhoeae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Symptomer: svie, udflåd, øjeninfektion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Stærkt stigende tal i hele Europa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Behandling: antibiotika – men stigende resistens!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</a:t>
            </a:r>
            <a:r>
              <a:rPr lang="da"/>
              <a:t>Ca. 6.000 tilfælde om året i Danmark (kraftig stigning siden 2010)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2436292"/>
            <a:ext cx="4143250" cy="236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6327" y="445026"/>
            <a:ext cx="3576726" cy="19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Syfilis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266325"/>
            <a:ext cx="5073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• Skyldes bakterien Treponema pallidum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“Den store imitator” – efterligner mange andre sygdomme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Forløb i flere stadier (sår → udslæt → alvorlige organskader)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Behandling: penicillin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Stigende smittetal, især blandt mænd der har sex med mænd.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Ca. 1.200 tilfælde om året i Danmark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4700" y="624475"/>
            <a:ext cx="3454501" cy="278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5423425" y="3557300"/>
            <a:ext cx="34545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a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Symptomer på syfilis hos mænd og kvinder, fra en lægebog, ca. 1850-60</a:t>
            </a:r>
            <a:endParaRPr i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Hvordan forebygger man?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Kondom (mest effektivt mod bakterielle infektioner)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Test – især hvis man har skiftende partnere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HPV-vaccination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Kommunikation med partner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• Hurtig behandling bryder smittekæder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910763" y="1151762"/>
            <a:ext cx="5229024" cy="26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Ved tvivl: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da"/>
              <a:t>Rådgivning: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 u="sng">
                <a:solidFill>
                  <a:schemeClr val="hlink"/>
                </a:solidFill>
                <a:hlinkClick r:id="rId3"/>
              </a:rPr>
              <a:t>Sexlinjen.dk</a:t>
            </a:r>
            <a:r>
              <a:rPr lang="da"/>
              <a:t> - gratis annonym rådgivning for unge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da"/>
              <a:t>Test: Egen læge eller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 u="sng">
                <a:solidFill>
                  <a:schemeClr val="hlink"/>
                </a:solidFill>
                <a:hlinkClick r:id="rId4"/>
              </a:rPr>
              <a:t>Klinik SOS</a:t>
            </a:r>
            <a:r>
              <a:rPr lang="da"/>
              <a:t> - Du har mulighed for at teste dig selv for klamydia og gonoré ved en ubemandet selvteststation i klinikken.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 u="sng">
                <a:solidFill>
                  <a:schemeClr val="hlink"/>
                </a:solidFill>
                <a:hlinkClick r:id="rId5"/>
              </a:rPr>
              <a:t>Seksuel sundhed for dig - Checkpoint</a:t>
            </a:r>
            <a:r>
              <a:rPr lang="da"/>
              <a:t> - Test for AIDS i Odense</a:t>
            </a:r>
            <a:r>
              <a:rPr lang="da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