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0CCE09-200A-4C47-8F8B-C5B11C034D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648024A4-D5E2-41B2-94A9-F9D04E6EF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7BE86DF-E763-47CF-A1E0-46AE69B95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17-11-2017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28FC3BC-CC7B-4949-8974-FCF951102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C0FE9FD-E6F6-4A90-87A2-0477694EE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70763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114099-10C0-43E0-A653-3445D202C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AA2A852-352E-442E-AFB5-F2C2D8C5F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9881AE7-3505-40EE-8A04-FD53FF772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17-11-2017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79F36D0-D967-4620-9DCE-6F0CDC202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62AB7B9-C989-4FC2-B28A-A236470D5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79556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4EF8FC-FBA4-4569-9C91-FC89EA154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5844464D-3899-4592-A1B8-1EB0F7437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3E3FA68-ADFB-48C8-99BF-1D7B65E96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17-11-2017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4816ADB-8747-4657-A505-A2771BD99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D8A2D74-B05D-46B8-9530-FDFF1338B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26149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D60E87-CC42-45BE-831A-F9DE838F0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3FEEDFA-3404-46F4-91E5-8D9DCFE3EE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4DD9BD54-53C4-448F-B711-9C7B81BE5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0CF5CD7-EDDB-4105-BCBD-BC94A4586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17-11-2017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27A8D0B8-08C3-4191-AC1E-A83489F7F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4ACC148B-C465-47F4-AAB3-7A7AF0260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81530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FEB769-52A1-4052-BC66-4BD59A379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0AB9A95-6419-45C8-A965-BF408AAD7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37A636B-7B8D-4A62-A6C7-C953962F9D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19DC17BB-2432-4947-BBD9-40FDEA8DA2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3F177F85-CB88-4C8B-BF2E-BAFA80F376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EE33E3AA-A0D6-42DE-B3D2-26FB3FAA3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17-11-2017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8809B4BA-74C2-4AFC-B80C-907879A6B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B6796DA3-01B3-467D-96B6-E3638C55D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38918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B42F52-6050-4E5B-8DF3-ACC04012F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86DC3330-8712-49F7-A31F-07EF72750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17-11-2017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D45620BB-0549-4260-B1EF-289636B75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4ED0D657-5A26-4BEF-A823-479BF7154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21008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72D2CA80-8F51-4012-97AE-F08A36627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17-11-2017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01B08A43-E5DE-4662-B5AD-60970BFE5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C05654A-616F-434A-84ED-DCF01E8D5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72361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728CA7-4942-4805-BAB0-B930547D5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75FE152-E557-4DC8-9AA1-5CEDACCB3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8F5E0C4D-DC1C-439B-895D-058954103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DC2A626-47A5-47E0-BDBB-868226DD5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17-11-2017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E8F68458-518C-49E6-9DDC-B146D2739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B5AACE39-F78D-4F71-AFF4-EA22FA61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03014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F339AA-ADA5-47B9-8828-69E2D91CF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A5A7A6BA-07E3-4223-9D16-0155DCCF20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67BF7F2C-F264-4821-AADC-2C58E5F1B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AC3D909-60BA-4108-B247-79B10F60B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17-11-2017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B863CB67-18AD-4FBB-AC9F-2F59036D8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5F34748A-7FEF-4D08-B2CD-18E9B3AA1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75273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393E07-0CD4-4E0A-A923-E2D16617A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9865FADD-B4F8-4F1F-8AF7-1EBE623E31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5C63CCD-9A27-4C72-94F3-F589230FD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17-11-2017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4FDB6C0-0652-45F8-B57D-10B84123B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78FE8F0-5BBA-41A3-B3CC-FE678ED5A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74788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CF5276D5-4C24-4C0E-A839-0A46D97CD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D18A9594-4EAD-4039-8AEC-4A9A4DF99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49858B0-85EC-4CA1-9226-7243A022E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0B4E-6AE3-4BF4-ABFE-FED0B49803F0}" type="datetimeFigureOut">
              <a:rPr lang="da-DK" smtClean="0"/>
              <a:t>17-11-2017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46B373C-C54B-4AC1-A5DD-9181B6BE7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A988490-96EF-4363-A05C-A2565478F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0438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5EAA69D4-BE2D-4D0B-B786-0F5EA26E8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DF871CD-C833-4D88-BFCA-4EAFA8B05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E28E161-9F8A-4FC5-B488-A3618B6FA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80B4E-6AE3-4BF4-ABFE-FED0B49803F0}" type="datetimeFigureOut">
              <a:rPr lang="da-DK" smtClean="0"/>
              <a:t>17-11-2017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9DA90AE-5A04-4A9E-AD47-E8DADFBE76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C8395F0-CDD5-40B7-B76B-197DAEBC8D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7AD6F-556C-455E-88BD-662E2EA5B8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9072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1C7437-FFF4-419A-B35C-E58029726E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Endosymbiont</a:t>
            </a:r>
            <a:r>
              <a:rPr lang="da-DK" dirty="0"/>
              <a:t>-teorien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21E096F1-3287-496F-A15B-36ED406F5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990379"/>
          </a:xfrm>
        </p:spPr>
        <p:txBody>
          <a:bodyPr>
            <a:normAutofit fontScale="92500" lnSpcReduction="10000"/>
          </a:bodyPr>
          <a:lstStyle/>
          <a:p>
            <a:endParaRPr lang="da-DK" dirty="0"/>
          </a:p>
          <a:p>
            <a:r>
              <a:rPr lang="da-DK" sz="3200" b="1" dirty="0"/>
              <a:t>Evolution af eukaryote celler</a:t>
            </a:r>
          </a:p>
          <a:p>
            <a:endParaRPr lang="da-DK" dirty="0"/>
          </a:p>
          <a:p>
            <a:r>
              <a:rPr lang="da-DK" dirty="0"/>
              <a:t>Kilde: </a:t>
            </a:r>
            <a:r>
              <a:rPr lang="da-DK" dirty="0" err="1"/>
              <a:t>Hulgard</a:t>
            </a:r>
            <a:r>
              <a:rPr lang="da-DK" dirty="0"/>
              <a:t>, Katrine og Caroline-Marie Vandt Madsen (2017): </a:t>
            </a:r>
            <a:r>
              <a:rPr lang="da-DK" i="1" dirty="0"/>
              <a:t>Biologibogen, 3. udg</a:t>
            </a:r>
            <a:r>
              <a:rPr lang="da-DK" dirty="0"/>
              <a:t>., Forlaget Systime s. 398-399</a:t>
            </a:r>
          </a:p>
        </p:txBody>
      </p:sp>
    </p:spTree>
    <p:extLst>
      <p:ext uri="{BB962C8B-B14F-4D97-AF65-F5344CB8AC3E}">
        <p14:creationId xmlns:p14="http://schemas.microsoft.com/office/powerpoint/2010/main" val="681237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83D2DA63-80CE-46DA-B926-A525965C2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39" y="1434905"/>
            <a:ext cx="11252122" cy="364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02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6E57C277-3C57-4021-8469-ACD1D1F12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59" y="2461846"/>
            <a:ext cx="11029682" cy="228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564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F5482C23-417D-4FEE-98ED-3E34F13C8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27" y="1831134"/>
            <a:ext cx="11130345" cy="319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490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89610D6C-3D26-4EE4-9A40-DB4831B7F9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80"/>
          <a:stretch/>
        </p:blipFill>
        <p:spPr>
          <a:xfrm>
            <a:off x="956602" y="0"/>
            <a:ext cx="106513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982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22E59CF5-49B0-4763-B801-802C02464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">
            <a:off x="549965" y="2690593"/>
            <a:ext cx="11092070" cy="1728476"/>
          </a:xfrm>
          <a:prstGeom prst="rect">
            <a:avLst/>
          </a:prstGeom>
        </p:spPr>
      </p:pic>
      <p:sp>
        <p:nvSpPr>
          <p:cNvPr id="4" name="Rektangel 3">
            <a:extLst>
              <a:ext uri="{FF2B5EF4-FFF2-40B4-BE49-F238E27FC236}">
                <a16:creationId xmlns:a16="http://schemas.microsoft.com/office/drawing/2014/main" id="{05BC282D-C042-479D-AAEC-2D41E6DA6AE4}"/>
              </a:ext>
            </a:extLst>
          </p:cNvPr>
          <p:cNvSpPr/>
          <p:nvPr/>
        </p:nvSpPr>
        <p:spPr>
          <a:xfrm>
            <a:off x="928467" y="4318781"/>
            <a:ext cx="942535" cy="196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89218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E1544EC4-003D-4A66-92C8-C25A3994C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">
            <a:off x="492369" y="2289233"/>
            <a:ext cx="10925908" cy="3206708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E5931941-5060-4DE1-A6E0-CAC53311F90E}"/>
              </a:ext>
            </a:extLst>
          </p:cNvPr>
          <p:cNvSpPr/>
          <p:nvPr/>
        </p:nvSpPr>
        <p:spPr>
          <a:xfrm>
            <a:off x="6330461" y="2194135"/>
            <a:ext cx="942535" cy="196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89356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2D155C89-BE73-46E3-9B21-26B3D0593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">
            <a:off x="0" y="317127"/>
            <a:ext cx="12192000" cy="622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802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28</Words>
  <Application>Microsoft Office PowerPoint</Application>
  <PresentationFormat>Widescreen</PresentationFormat>
  <Paragraphs>5</Paragraphs>
  <Slides>8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Office-tema</vt:lpstr>
      <vt:lpstr>Endosymbiont-teorien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Endosymbiont-teorien</dc:title>
  <dc:creator>Charlotte Skov</dc:creator>
  <cp:lastModifiedBy>Charlotte Skov</cp:lastModifiedBy>
  <cp:revision>3</cp:revision>
  <dcterms:created xsi:type="dcterms:W3CDTF">2017-11-17T09:17:00Z</dcterms:created>
  <dcterms:modified xsi:type="dcterms:W3CDTF">2017-11-17T09:26:15Z</dcterms:modified>
</cp:coreProperties>
</file>