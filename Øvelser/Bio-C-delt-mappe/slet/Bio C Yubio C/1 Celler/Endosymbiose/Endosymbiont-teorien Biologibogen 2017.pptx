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CCE09-200A-4C47-8F8B-C5B11C034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48024A4-D5E2-41B2-94A9-F9D04E6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7BE86DF-E763-47CF-A1E0-46AE69B9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28FC3BC-CC7B-4949-8974-FCF95110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C0FE9FD-E6F6-4A90-87A2-0477694E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76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114099-10C0-43E0-A653-3445D202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AA2A852-352E-442E-AFB5-F2C2D8C5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9881AE7-3505-40EE-8A04-FD53FF77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9F36D0-D967-4620-9DCE-6F0CDC20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62AB7B9-C989-4FC2-B28A-A236470D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955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4EF8FC-FBA4-4569-9C91-FC89EA15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844464D-3899-4592-A1B8-1EB0F743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3E3FA68-ADFB-48C8-99BF-1D7B65E9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816ADB-8747-4657-A505-A2771BD9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D8A2D74-B05D-46B8-9530-FDFF1338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614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60E87-CC42-45BE-831A-F9DE838F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FEEDFA-3404-46F4-91E5-8D9DCFE3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DD9BD54-53C4-448F-B711-9C7B81BE5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0CF5CD7-EDDB-4105-BCBD-BC94A458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7A8D0B8-08C3-4191-AC1E-A83489F7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ACC148B-C465-47F4-AAB3-7A7AF026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153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EB769-52A1-4052-BC66-4BD59A37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0AB9A95-6419-45C8-A965-BF408AAD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37A636B-7B8D-4A62-A6C7-C953962F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9DC17BB-2432-4947-BBD9-40FDEA8DA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F177F85-CB88-4C8B-BF2E-BAFA80F37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E33E3AA-A0D6-42DE-B3D2-26FB3FAA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809B4BA-74C2-4AFC-B80C-907879A6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6796DA3-01B3-467D-96B6-E3638C55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91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42F52-6050-4E5B-8DF3-ACC04012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6DC3330-8712-49F7-A31F-07EF7275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45620BB-0549-4260-B1EF-289636B7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ED0D657-5A26-4BEF-A823-479BF71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100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2D2CA80-8F51-4012-97AE-F08A3662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1B08A43-E5DE-4662-B5AD-60970BFE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05654A-616F-434A-84ED-DCF01E8D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236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28CA7-4942-4805-BAB0-B930547D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75FE152-E557-4DC8-9AA1-5CEDACCB3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F5E0C4D-DC1C-439B-895D-058954103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C2A626-47A5-47E0-BDBB-868226DD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8F68458-518C-49E6-9DDC-B146D273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5AACE39-F78D-4F71-AFF4-EA22FA61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30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339AA-ADA5-47B9-8828-69E2D91C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5A7A6BA-07E3-4223-9D16-0155DCCF2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7BF7F2C-F264-4821-AADC-2C58E5F1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C3D909-60BA-4108-B247-79B10F60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863CB67-18AD-4FBB-AC9F-2F59036D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F34748A-7FEF-4D08-B2CD-18E9B3AA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52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93E07-0CD4-4E0A-A923-E2D16617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865FADD-B4F8-4F1F-8AF7-1EBE623E3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C63CCD-9A27-4C72-94F3-F589230FD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FDB6C0-0652-45F8-B57D-10B84123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8FE8F0-5BBA-41A3-B3CC-FE678ED5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478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F5276D5-4C24-4C0E-A839-0A46D97CD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18A9594-4EAD-4039-8AEC-4A9A4DF99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9858B0-85EC-4CA1-9226-7243A022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46B373C-C54B-4AC1-A5DD-9181B6B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988490-96EF-4363-A05C-A2565478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43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EAA69D4-BE2D-4D0B-B786-0F5EA26E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DF871CD-C833-4D88-BFCA-4EAFA8B0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E28E161-9F8A-4FC5-B488-A3618B6FA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0B4E-6AE3-4BF4-ABFE-FED0B49803F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9DA90AE-5A04-4A9E-AD47-E8DADFBE7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C8395F0-CDD5-40B7-B76B-197DAEBC8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072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C7437-FFF4-419A-B35C-E58029726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Endosymbiont</a:t>
            </a:r>
            <a:r>
              <a:rPr lang="da-DK" dirty="0"/>
              <a:t>-teorien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1E096F1-3287-496F-A15B-36ED406F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90379"/>
          </a:xfrm>
        </p:spPr>
        <p:txBody>
          <a:bodyPr>
            <a:normAutofit fontScale="92500" lnSpcReduction="10000"/>
          </a:bodyPr>
          <a:lstStyle/>
          <a:p>
            <a:endParaRPr lang="da-DK" dirty="0"/>
          </a:p>
          <a:p>
            <a:r>
              <a:rPr lang="da-DK" sz="3200" b="1" dirty="0"/>
              <a:t>Evolution af eukaryote celler</a:t>
            </a:r>
          </a:p>
          <a:p>
            <a:endParaRPr lang="da-DK" dirty="0"/>
          </a:p>
          <a:p>
            <a:r>
              <a:rPr lang="da-DK" dirty="0"/>
              <a:t>Kilde: </a:t>
            </a:r>
            <a:r>
              <a:rPr lang="da-DK" dirty="0" err="1"/>
              <a:t>Hulgard</a:t>
            </a:r>
            <a:r>
              <a:rPr lang="da-DK" dirty="0"/>
              <a:t>, Katrine og Caroline-Marie Vandt Madsen (2017): </a:t>
            </a:r>
            <a:r>
              <a:rPr lang="da-DK" i="1" dirty="0"/>
              <a:t>Biologibogen, 3. udg</a:t>
            </a:r>
            <a:r>
              <a:rPr lang="da-DK" dirty="0"/>
              <a:t>., Forlaget Systime s. 398-399</a:t>
            </a:r>
          </a:p>
        </p:txBody>
      </p:sp>
    </p:spTree>
    <p:extLst>
      <p:ext uri="{BB962C8B-B14F-4D97-AF65-F5344CB8AC3E}">
        <p14:creationId xmlns:p14="http://schemas.microsoft.com/office/powerpoint/2010/main" val="68123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3D2DA63-80CE-46DA-B926-A525965C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9" y="1434905"/>
            <a:ext cx="11252122" cy="36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E57C277-3C57-4021-8469-ACD1D1F1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9" y="2461846"/>
            <a:ext cx="11029682" cy="22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6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F5482C23-417D-4FEE-98ED-3E34F13C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7" y="1831134"/>
            <a:ext cx="11130345" cy="319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9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9610D6C-3D26-4EE4-9A40-DB4831B7F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0"/>
          <a:stretch/>
        </p:blipFill>
        <p:spPr>
          <a:xfrm>
            <a:off x="956602" y="0"/>
            <a:ext cx="10651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8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22E59CF5-49B0-4763-B801-802C0246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549965" y="2690593"/>
            <a:ext cx="11092070" cy="1728476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05BC282D-C042-479D-AAEC-2D41E6DA6AE4}"/>
              </a:ext>
            </a:extLst>
          </p:cNvPr>
          <p:cNvSpPr/>
          <p:nvPr/>
        </p:nvSpPr>
        <p:spPr>
          <a:xfrm>
            <a:off x="928467" y="4318781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921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1544EC4-003D-4A66-92C8-C25A3994C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492369" y="2289233"/>
            <a:ext cx="10925908" cy="3206708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E5931941-5060-4DE1-A6E0-CAC53311F90E}"/>
              </a:ext>
            </a:extLst>
          </p:cNvPr>
          <p:cNvSpPr/>
          <p:nvPr/>
        </p:nvSpPr>
        <p:spPr>
          <a:xfrm>
            <a:off x="6330461" y="2194135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935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D155C89-BE73-46E3-9B21-26B3D059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0" y="317127"/>
            <a:ext cx="12192000" cy="6223746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FEC40A6C-E68B-471B-BFE6-56D94695494C}"/>
              </a:ext>
            </a:extLst>
          </p:cNvPr>
          <p:cNvSpPr/>
          <p:nvPr/>
        </p:nvSpPr>
        <p:spPr>
          <a:xfrm>
            <a:off x="5446644" y="5512904"/>
            <a:ext cx="198783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080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Office-tema</vt:lpstr>
      <vt:lpstr>Endosymbiont-teorien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Endosymbiont-teorien</dc:title>
  <dc:creator>Charlotte Skov</dc:creator>
  <cp:lastModifiedBy>Charlotte Skov</cp:lastModifiedBy>
  <cp:revision>4</cp:revision>
  <dcterms:created xsi:type="dcterms:W3CDTF">2017-11-17T09:17:00Z</dcterms:created>
  <dcterms:modified xsi:type="dcterms:W3CDTF">2017-12-03T09:59:21Z</dcterms:modified>
</cp:coreProperties>
</file>