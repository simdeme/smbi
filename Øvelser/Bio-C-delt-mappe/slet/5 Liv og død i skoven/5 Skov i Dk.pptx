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7200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48B07-2C06-4CF2-8E91-F7385E71E2CB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0"/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936D4-0671-4B70-A95D-BFBC9A35DA5B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72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DDD67DAC-232D-4042-B5C0-E64770A42A28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ECD2C-79BD-4B90-B3FA-E3B19B3FF97B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FDB6-7A26-4DBB-9BB0-088C0534314D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7C72F-E0F0-449A-A903-6D7865ED3EFA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1207D-C9F3-42EA-960B-DC9955B358C7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827A6-8947-4115-8D9E-E89B1EC0518D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Rediger teksttypografien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60A6F-F31A-4CA3-B222-0B3C224FF998}" type="datetimeFigureOut">
              <a:rPr lang="en-US" dirty="0"/>
              <a:t>4/23/2018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069D4-B020-4602-B87C-B094679675DF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6C11EA-3D59-4DFE-9385-0A032B3191AF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Rediger teksttypografien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48A1663-7765-4EF4-B97F-A02E70C6265E}" type="datetimeFigureOut">
              <a:rPr lang="en-US" dirty="0"/>
              <a:t>4/23/2018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ADDAF-588B-4FC7-A78B-22A9044BE7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Skov i Dk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C452186D-0AD1-4FC8-B47D-651511F679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300480"/>
          </a:xfrm>
        </p:spPr>
        <p:txBody>
          <a:bodyPr>
            <a:normAutofit/>
          </a:bodyPr>
          <a:lstStyle/>
          <a:p>
            <a:r>
              <a:rPr lang="da-DK" dirty="0"/>
              <a:t>Skovtyper i Danmark. </a:t>
            </a:r>
          </a:p>
          <a:p>
            <a:r>
              <a:rPr lang="da-DK" dirty="0"/>
              <a:t>Kilder: Skadhede </a:t>
            </a:r>
            <a:r>
              <a:rPr lang="da-DK" i="1" dirty="0"/>
              <a:t>et.al</a:t>
            </a:r>
            <a:r>
              <a:rPr lang="da-DK" dirty="0"/>
              <a:t>: </a:t>
            </a:r>
            <a:r>
              <a:rPr lang="da-DK" i="1" dirty="0" err="1"/>
              <a:t>Yubio</a:t>
            </a:r>
            <a:r>
              <a:rPr lang="da-DK" dirty="0"/>
              <a:t> (2017) s. 1336-1345 og Clio Online 2010</a:t>
            </a:r>
          </a:p>
        </p:txBody>
      </p:sp>
    </p:spTree>
    <p:extLst>
      <p:ext uri="{BB962C8B-B14F-4D97-AF65-F5344CB8AC3E}">
        <p14:creationId xmlns:p14="http://schemas.microsoft.com/office/powerpoint/2010/main" val="406621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0DE64F-A82B-43CF-AD59-225AD5E4D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Generelt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8C0DD07-96DF-4D60-9202-1B1B2DE604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a-DK" dirty="0"/>
              <a:t>Ca. 14 % af Danmark er dækket af skov i dag</a:t>
            </a:r>
          </a:p>
          <a:p>
            <a:r>
              <a:rPr lang="da-DK" dirty="0"/>
              <a:t>Hvis Danmark ikke var opdyrket og præget af mennesker, ville ca. 80 % af arealet sandsynligvis være skov.</a:t>
            </a:r>
          </a:p>
          <a:p>
            <a:r>
              <a:rPr lang="da-DK" dirty="0"/>
              <a:t>Den skov, der ”naturligt” ville dække Dk, ville være en blandet løvskov.</a:t>
            </a:r>
          </a:p>
          <a:p>
            <a:r>
              <a:rPr lang="da-DK" dirty="0"/>
              <a:t>Men der er større kommercielle interesser i nåleskov </a:t>
            </a:r>
            <a:r>
              <a:rPr lang="da-DK" dirty="0">
                <a:sym typeface="Wingdings" panose="05000000000000000000" pitchFamily="2" charset="2"/>
              </a:rPr>
              <a:t> ca. 50 % af skovarealet er nåleskov.</a:t>
            </a:r>
          </a:p>
          <a:p>
            <a:endParaRPr lang="da-DK" dirty="0"/>
          </a:p>
          <a:p>
            <a:endParaRPr lang="da-DK" dirty="0"/>
          </a:p>
        </p:txBody>
      </p:sp>
      <p:pic>
        <p:nvPicPr>
          <p:cNvPr id="8" name="Pladsholder til indhold 7">
            <a:extLst>
              <a:ext uri="{FF2B5EF4-FFF2-40B4-BE49-F238E27FC236}">
                <a16:creationId xmlns:a16="http://schemas.microsoft.com/office/drawing/2014/main" id="{B8750CEE-6B2B-4DBE-97D2-1B8C6393B3C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8169" y="1643062"/>
            <a:ext cx="4713983" cy="397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2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AE8C9F-A6CA-40C8-86F7-08FBBB2DB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Nåleskove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EEDE098-00D1-4565-9520-342CDD7250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3752" y="1950720"/>
            <a:ext cx="4754880" cy="3977640"/>
          </a:xfrm>
        </p:spPr>
        <p:txBody>
          <a:bodyPr>
            <a:normAutofit lnSpcReduction="10000"/>
          </a:bodyPr>
          <a:lstStyle/>
          <a:p>
            <a:r>
              <a:rPr lang="da-DK" dirty="0"/>
              <a:t>De skove, der findes i dag, er alle plantede</a:t>
            </a:r>
          </a:p>
          <a:p>
            <a:r>
              <a:rPr lang="da-DK" dirty="0"/>
              <a:t>Kun skovfyr, enebær og taks hører hjemme i vores område – alle andre nåletræer er plantede.</a:t>
            </a:r>
          </a:p>
          <a:p>
            <a:r>
              <a:rPr lang="da-DK" dirty="0"/>
              <a:t>Mest almindelige: Rødgran, Ædelgran. Derefter </a:t>
            </a:r>
            <a:r>
              <a:rPr lang="da-DK" dirty="0" err="1"/>
              <a:t>Sitkagran</a:t>
            </a:r>
            <a:r>
              <a:rPr lang="da-DK" dirty="0"/>
              <a:t>, </a:t>
            </a:r>
            <a:r>
              <a:rPr lang="da-DK" dirty="0" err="1"/>
              <a:t>Normannsgran</a:t>
            </a:r>
            <a:r>
              <a:rPr lang="da-DK" dirty="0"/>
              <a:t>, </a:t>
            </a:r>
            <a:r>
              <a:rPr lang="da-DK" dirty="0" err="1"/>
              <a:t>Nobilis-gran</a:t>
            </a:r>
            <a:r>
              <a:rPr lang="da-DK" dirty="0"/>
              <a:t>, andre fyrrearter, lærk.</a:t>
            </a:r>
          </a:p>
          <a:p>
            <a:r>
              <a:rPr lang="da-DK" dirty="0"/>
              <a:t>Nåletræsplantager: Mørke. Skovbund dækket af gamle nåle, ikke mange andre planter i skovbunden. Sur førne.</a:t>
            </a:r>
          </a:p>
          <a:p>
            <a:r>
              <a:rPr lang="da-DK" dirty="0"/>
              <a:t>Kan gro på næringsfattige jordtyper.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4C8132DC-7513-46AE-AE9C-6E74F09233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695440" y="520311"/>
            <a:ext cx="3157324" cy="5651890"/>
          </a:xfrm>
          <a:prstGeom prst="rect">
            <a:avLst/>
          </a:prstGeom>
        </p:spPr>
      </p:pic>
      <p:sp>
        <p:nvSpPr>
          <p:cNvPr id="6" name="Taleboble: rektangel med afrundede hjørner 5">
            <a:extLst>
              <a:ext uri="{FF2B5EF4-FFF2-40B4-BE49-F238E27FC236}">
                <a16:creationId xmlns:a16="http://schemas.microsoft.com/office/drawing/2014/main" id="{19FA12F6-7A28-4E51-A574-BF1544D186B8}"/>
              </a:ext>
            </a:extLst>
          </p:cNvPr>
          <p:cNvSpPr/>
          <p:nvPr/>
        </p:nvSpPr>
        <p:spPr>
          <a:xfrm>
            <a:off x="10464800" y="802640"/>
            <a:ext cx="1361440" cy="1148080"/>
          </a:xfrm>
          <a:prstGeom prst="wedgeRoundRectCallout">
            <a:avLst>
              <a:gd name="adj1" fmla="val -81539"/>
              <a:gd name="adj2" fmla="val 1655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Fyrrenåle – sidder i små knipper</a:t>
            </a:r>
          </a:p>
        </p:txBody>
      </p:sp>
      <p:sp>
        <p:nvSpPr>
          <p:cNvPr id="7" name="Taleboble: rektangel med afrundede hjørner 6">
            <a:extLst>
              <a:ext uri="{FF2B5EF4-FFF2-40B4-BE49-F238E27FC236}">
                <a16:creationId xmlns:a16="http://schemas.microsoft.com/office/drawing/2014/main" id="{AF4694CB-B957-4423-9642-C1B6F2594F8F}"/>
              </a:ext>
            </a:extLst>
          </p:cNvPr>
          <p:cNvSpPr/>
          <p:nvPr/>
        </p:nvSpPr>
        <p:spPr>
          <a:xfrm>
            <a:off x="10330962" y="3701562"/>
            <a:ext cx="1361440" cy="1148080"/>
          </a:xfrm>
          <a:prstGeom prst="wedgeRoundRectCallout">
            <a:avLst>
              <a:gd name="adj1" fmla="val -77018"/>
              <a:gd name="adj2" fmla="val -2327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Grannåle – sidder enkeltvis</a:t>
            </a:r>
          </a:p>
        </p:txBody>
      </p:sp>
    </p:spTree>
    <p:extLst>
      <p:ext uri="{BB962C8B-B14F-4D97-AF65-F5344CB8AC3E}">
        <p14:creationId xmlns:p14="http://schemas.microsoft.com/office/powerpoint/2010/main" val="2936730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CE7AAE-C8F0-467D-8B75-96B2A2758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Løvskove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F1CD453-6219-4BC5-8671-C137D1F5F5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1073" y="1681162"/>
            <a:ext cx="3368636" cy="4496118"/>
          </a:xfrm>
        </p:spPr>
        <p:txBody>
          <a:bodyPr>
            <a:normAutofit/>
          </a:bodyPr>
          <a:lstStyle/>
          <a:p>
            <a:r>
              <a:rPr lang="da-DK" dirty="0"/>
              <a:t>Bøgen er det mest almindelig løvtræ i Danmark.</a:t>
            </a:r>
          </a:p>
          <a:p>
            <a:r>
              <a:rPr lang="da-DK" dirty="0"/>
              <a:t>Bøgen er et ”skyggetræ”: Den kan vokse op i skygge, og dens krone skygger så meget, at under 5 % af lyset slipper ned til skovbunden.</a:t>
            </a:r>
          </a:p>
          <a:p>
            <a:r>
              <a:rPr lang="da-DK" dirty="0"/>
              <a:t>Bøgen trives bedst på muldjord men kan også vokse på morbund.</a:t>
            </a:r>
          </a:p>
          <a:p>
            <a:r>
              <a:rPr lang="da-DK" dirty="0"/>
              <a:t>Andre arter: Eg, ask, ahorn</a:t>
            </a:r>
          </a:p>
        </p:txBody>
      </p:sp>
      <p:pic>
        <p:nvPicPr>
          <p:cNvPr id="1026" name="Picture 2" descr="Billedresultat for blandet lÃ¸vskov">
            <a:extLst>
              <a:ext uri="{FF2B5EF4-FFF2-40B4-BE49-F238E27FC236}">
                <a16:creationId xmlns:a16="http://schemas.microsoft.com/office/drawing/2014/main" id="{A097BA65-F654-4471-B141-A92DB4A8C8D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483" y="884857"/>
            <a:ext cx="4710429" cy="3532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Billede 4">
            <a:extLst>
              <a:ext uri="{FF2B5EF4-FFF2-40B4-BE49-F238E27FC236}">
                <a16:creationId xmlns:a16="http://schemas.microsoft.com/office/drawing/2014/main" id="{58E6617C-13B5-4868-8FE1-41C8BDD0BE0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7" t="4066"/>
          <a:stretch/>
        </p:blipFill>
        <p:spPr>
          <a:xfrm>
            <a:off x="8845062" y="3564319"/>
            <a:ext cx="2480480" cy="2685446"/>
          </a:xfrm>
          <a:prstGeom prst="rect">
            <a:avLst/>
          </a:prstGeom>
        </p:spPr>
      </p:pic>
      <p:pic>
        <p:nvPicPr>
          <p:cNvPr id="1028" name="Picture 4" descr="Billedresultat for bÃ¸g">
            <a:extLst>
              <a:ext uri="{FF2B5EF4-FFF2-40B4-BE49-F238E27FC236}">
                <a16:creationId xmlns:a16="http://schemas.microsoft.com/office/drawing/2014/main" id="{062B1FC2-39E4-427B-897E-C436EA89F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709" y="3429000"/>
            <a:ext cx="3935619" cy="2494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8507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202E02B1-87FF-4D77-B39F-AE51B46D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2395982" cy="4051300"/>
          </a:xfrm>
        </p:spPr>
        <p:txBody>
          <a:bodyPr>
            <a:normAutofit/>
          </a:bodyPr>
          <a:lstStyle/>
          <a:p>
            <a:r>
              <a:rPr lang="da-DK" dirty="0"/>
              <a:t>Muld og </a:t>
            </a:r>
            <a:r>
              <a:rPr lang="da-DK" dirty="0" err="1"/>
              <a:t>mor-bund</a:t>
            </a:r>
            <a:endParaRPr lang="da-DK" dirty="0"/>
          </a:p>
        </p:txBody>
      </p:sp>
      <p:pic>
        <p:nvPicPr>
          <p:cNvPr id="7" name="Pladsholder til indhold 6">
            <a:extLst>
              <a:ext uri="{FF2B5EF4-FFF2-40B4-BE49-F238E27FC236}">
                <a16:creationId xmlns:a16="http://schemas.microsoft.com/office/drawing/2014/main" id="{7EC1E112-C5C1-4469-B551-5B0E061F94E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300" y="484632"/>
            <a:ext cx="7785100" cy="5888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9950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ætype">
  <a:themeElements>
    <a:clrScheme name="Wood Type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Wood Type">
      <a:majorFont>
        <a:latin typeface="Arial Black" panose="020B0A040201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 panose="020B0604020202020204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BE1B6DD8-9976-4550-A6F4-B2DD4EA939D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TM03090434[[fn=Trætype]]</Template>
  <TotalTime>159</TotalTime>
  <Words>243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9" baseType="lpstr">
      <vt:lpstr>Arial</vt:lpstr>
      <vt:lpstr>Arial Black</vt:lpstr>
      <vt:lpstr>Wingdings</vt:lpstr>
      <vt:lpstr>Trætype</vt:lpstr>
      <vt:lpstr>Skov i Dk</vt:lpstr>
      <vt:lpstr>Generelt</vt:lpstr>
      <vt:lpstr>Nåleskove</vt:lpstr>
      <vt:lpstr>Løvskove</vt:lpstr>
      <vt:lpstr>Muld og mor-bund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Skov i Dk</dc:title>
  <dc:creator>Mette Mark</dc:creator>
  <cp:lastModifiedBy>Mette Mark</cp:lastModifiedBy>
  <cp:revision>8</cp:revision>
  <dcterms:created xsi:type="dcterms:W3CDTF">2018-04-23T10:12:33Z</dcterms:created>
  <dcterms:modified xsi:type="dcterms:W3CDTF">2018-04-23T12:52:20Z</dcterms:modified>
</cp:coreProperties>
</file>