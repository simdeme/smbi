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da-DK" smtClean="0"/>
              <a:t>Klik for at redigere i master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 smtClean="0"/>
              <a:t>Klik for at redigere i master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da-DK" smtClean="0"/>
              <a:t>Klik for at redigere i master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 smtClean="0"/>
              <a:t>Klik for at redigere i master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a-DK" smtClean="0"/>
              <a:t>Klik for at redigere i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 smtClean="0"/>
              <a:t>Klik for at redigere i master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smtClean="0"/>
              <a:t>Klik for at redigere i master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da-DK" smtClean="0"/>
              <a:t>Klik for at redigere i master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da-DK" smtClean="0"/>
              <a:t>Klik for at redigere i master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2/4/2018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 smtClean="0"/>
              <a:t>Klik for at redigere i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 smtClean="0"/>
              <a:t>Klik for at redigere i master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da-DK" smtClean="0"/>
              <a:t>Klik for at redigere i master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 smtClean="0"/>
              <a:t>Klik for at redigere i master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da-DK" smtClean="0"/>
              <a:t>Klik for at redigere i master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2/4/2018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da-DK" smtClean="0"/>
              <a:t>Klik for at redigere i master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2/4/2018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2/4/2018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da-DK" smtClean="0"/>
              <a:t>Klik for at redigere i master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da-DK" smtClean="0"/>
              <a:t>Klik for at redigere i master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da-DK" smtClean="0"/>
              <a:t>Klik for at redigere i master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2/4/2018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a-DK" smtClean="0"/>
              <a:t>Klik for at redigere i master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a-DK" smtClean="0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 smtClean="0"/>
              <a:t>Klik for at redigere i master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2/4/2018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og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a-DK" smtClean="0"/>
              <a:t>Klik for at redigere i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 smtClean="0"/>
              <a:t>Klik for at redigere i master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a-DK" smtClean="0"/>
              <a:t>Klik for at redigere i master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a-DK" smtClean="0"/>
              <a:t>Klik for at redigere i master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 smtClean="0"/>
              <a:t>Klik for at redigere i master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nek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da-DK" smtClean="0"/>
              <a:t>Klik for at redigere i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 smtClean="0"/>
              <a:t>Klik for at redigere i master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ort med citat og nav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a-DK" smtClean="0"/>
              <a:t>Klik for at redigere i master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a-DK" smtClean="0"/>
              <a:t>Klik for at redigere i master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 smtClean="0"/>
              <a:t>Klik for at redigere i master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ndt eller fals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a-DK" smtClean="0"/>
              <a:t>Klik for at redigere i master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a-DK" smtClean="0"/>
              <a:t>Klik for at redigere i master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 smtClean="0"/>
              <a:t>Klik for at redigere i master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smtClean="0"/>
              <a:t>Klik for at redigere i master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 smtClean="0"/>
              <a:t>Klik for at redigere i master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2/4/2018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da-DK" smtClean="0"/>
              <a:t>Klik for at redigere i master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da-DK" smtClean="0"/>
              <a:t>Klik for at redigere i master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a-DK" smtClean="0"/>
              <a:t>Klik for at redigere i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 smtClean="0"/>
              <a:t>Klik for at redigere i master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 smtClean="0"/>
              <a:t>Køn og sex - intro</a:t>
            </a:r>
            <a:endParaRPr lang="da-DK" dirty="0"/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 dirty="0" smtClean="0"/>
              <a:t>BTT s. 72-74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615903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smtClean="0"/>
              <a:t>Kroppens organsystemer – s. 16</a:t>
            </a:r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677334" y="1570009"/>
            <a:ext cx="8596668" cy="4471354"/>
          </a:xfrm>
        </p:spPr>
        <p:txBody>
          <a:bodyPr>
            <a:normAutofit/>
          </a:bodyPr>
          <a:lstStyle/>
          <a:p>
            <a:pPr lvl="0"/>
            <a:r>
              <a:rPr lang="da-DK" sz="2000" dirty="0"/>
              <a:t>Hvor mange organsystemer har mennesket i alt?</a:t>
            </a:r>
          </a:p>
          <a:p>
            <a:pPr lvl="0"/>
            <a:r>
              <a:rPr lang="da-DK" sz="2000" dirty="0"/>
              <a:t>Hvilke af organsystemerne kender </a:t>
            </a:r>
            <a:r>
              <a:rPr lang="da-DK" sz="2000" dirty="0" smtClean="0"/>
              <a:t>vi </a:t>
            </a:r>
            <a:r>
              <a:rPr lang="da-DK" sz="2000" dirty="0"/>
              <a:t>allerede (se på figuren)?</a:t>
            </a:r>
          </a:p>
          <a:p>
            <a:pPr lvl="0"/>
            <a:r>
              <a:rPr lang="da-DK" sz="2000" dirty="0"/>
              <a:t>Find og læs afsnittet om forplantningssystemet og kig på de tilhørende tegninger</a:t>
            </a:r>
            <a:r>
              <a:rPr lang="da-DK" sz="2000" dirty="0" smtClean="0"/>
              <a:t>.</a:t>
            </a:r>
          </a:p>
          <a:p>
            <a:pPr lvl="0"/>
            <a:r>
              <a:rPr lang="da-DK" sz="2000" dirty="0" smtClean="0"/>
              <a:t>Hvad </a:t>
            </a:r>
            <a:r>
              <a:rPr lang="da-DK" sz="2000" dirty="0"/>
              <a:t>forestiller den øverste tegning?</a:t>
            </a:r>
          </a:p>
          <a:p>
            <a:pPr lvl="0"/>
            <a:r>
              <a:rPr lang="da-DK" sz="2000" dirty="0"/>
              <a:t>Hvad forestiller den nederste tegning?</a:t>
            </a:r>
          </a:p>
          <a:p>
            <a:pPr lvl="0"/>
            <a:r>
              <a:rPr lang="da-DK" sz="2000" dirty="0"/>
              <a:t>Hvor mange ægceller modnes pr. måned i kvinden?</a:t>
            </a:r>
          </a:p>
          <a:p>
            <a:pPr lvl="0"/>
            <a:r>
              <a:rPr lang="da-DK" sz="2000" dirty="0"/>
              <a:t>Hvor mange sædceller udvikles pr. dag i manden?</a:t>
            </a:r>
          </a:p>
          <a:p>
            <a:pPr lvl="0"/>
            <a:r>
              <a:rPr lang="da-DK" sz="2000" dirty="0"/>
              <a:t>Hvilket køn kan efter din mening få flest børn i løbet af dets levetid, og hvorfor?</a:t>
            </a:r>
          </a:p>
          <a:p>
            <a:endParaRPr lang="da-DK" sz="2000" dirty="0"/>
          </a:p>
        </p:txBody>
      </p:sp>
    </p:spTree>
    <p:extLst>
      <p:ext uri="{BB962C8B-B14F-4D97-AF65-F5344CB8AC3E}">
        <p14:creationId xmlns:p14="http://schemas.microsoft.com/office/powerpoint/2010/main" val="2688243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/>
              <a:t>Hvad kendetegner hhv. mænd og kvinder?</a:t>
            </a:r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6025391" cy="3880772"/>
          </a:xfrm>
        </p:spPr>
        <p:txBody>
          <a:bodyPr>
            <a:normAutofit/>
          </a:bodyPr>
          <a:lstStyle/>
          <a:p>
            <a:pPr lvl="0"/>
            <a:r>
              <a:rPr lang="da-DK" sz="2400" dirty="0"/>
              <a:t>Hvad kendetegner mænd? </a:t>
            </a:r>
            <a:r>
              <a:rPr lang="da-DK" sz="2400" dirty="0" smtClean="0"/>
              <a:t/>
            </a:r>
            <a:br>
              <a:rPr lang="da-DK" sz="2400" dirty="0" smtClean="0"/>
            </a:br>
            <a:r>
              <a:rPr lang="da-DK" sz="2400" dirty="0" smtClean="0"/>
              <a:t>Hvordan </a:t>
            </a:r>
            <a:r>
              <a:rPr lang="da-DK" sz="2400" dirty="0"/>
              <a:t>man se/vide, at en person er en mand? </a:t>
            </a:r>
            <a:endParaRPr lang="da-DK" sz="2400" dirty="0" smtClean="0"/>
          </a:p>
          <a:p>
            <a:pPr lvl="0"/>
            <a:r>
              <a:rPr lang="da-DK" sz="2400" dirty="0" smtClean="0"/>
              <a:t>Hvad </a:t>
            </a:r>
            <a:r>
              <a:rPr lang="da-DK" sz="2400" dirty="0"/>
              <a:t>kendetegner kvinder? </a:t>
            </a:r>
            <a:r>
              <a:rPr lang="da-DK" sz="2400" dirty="0" smtClean="0"/>
              <a:t/>
            </a:r>
            <a:br>
              <a:rPr lang="da-DK" sz="2400" dirty="0" smtClean="0"/>
            </a:br>
            <a:r>
              <a:rPr lang="da-DK" sz="2400" dirty="0" smtClean="0"/>
              <a:t>Hvordan </a:t>
            </a:r>
            <a:r>
              <a:rPr lang="da-DK" sz="2400" dirty="0"/>
              <a:t>man se/vide, at en person er en kvinde? </a:t>
            </a:r>
            <a:endParaRPr lang="da-DK" sz="2400" dirty="0"/>
          </a:p>
        </p:txBody>
      </p:sp>
      <p:pic>
        <p:nvPicPr>
          <p:cNvPr id="2050" name="Picture 2" descr="https://asset.dr.dk/ImageScaler/?server=www.dr.dk&amp;file=%2Fmu-online-radio%2Fapi%2F1.0%2Fbar%2F53958d416187a20244be5d1c&amp;w=930&amp;h=523&amp;scaleAfter=crop&amp;quality=75&amp;ratio=16-9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5050" y="2060746"/>
            <a:ext cx="4813148" cy="2709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7308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/>
              <a:t>Formering</a:t>
            </a:r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/>
          </p:nvPr>
        </p:nvSpPr>
        <p:spPr>
          <a:xfrm>
            <a:off x="677334" y="1639019"/>
            <a:ext cx="4184035" cy="4402342"/>
          </a:xfrm>
        </p:spPr>
        <p:txBody>
          <a:bodyPr>
            <a:noAutofit/>
          </a:bodyPr>
          <a:lstStyle/>
          <a:p>
            <a:pPr lvl="0"/>
            <a:r>
              <a:rPr lang="da-DK" sz="2400" dirty="0"/>
              <a:t>Hvad er kønnet formering?</a:t>
            </a:r>
          </a:p>
          <a:p>
            <a:pPr lvl="0"/>
            <a:r>
              <a:rPr lang="da-DK" sz="2400" dirty="0"/>
              <a:t>Hvad er ukønnet formering?</a:t>
            </a:r>
          </a:p>
          <a:p>
            <a:pPr lvl="0"/>
            <a:r>
              <a:rPr lang="da-DK" sz="2400" dirty="0"/>
              <a:t>Giv eksempler på organismer med både kønnet og ukønnet formering.</a:t>
            </a:r>
          </a:p>
          <a:p>
            <a:pPr lvl="0"/>
            <a:r>
              <a:rPr lang="da-DK" sz="2400" dirty="0"/>
              <a:t>Hvad er </a:t>
            </a:r>
            <a:r>
              <a:rPr lang="da-DK" sz="2400" dirty="0" smtClean="0"/>
              <a:t>fordelene </a:t>
            </a:r>
            <a:r>
              <a:rPr lang="da-DK" sz="2400" dirty="0"/>
              <a:t>ved kønnet formering?</a:t>
            </a:r>
          </a:p>
          <a:p>
            <a:r>
              <a:rPr lang="da-DK" sz="2400" dirty="0"/>
              <a:t>Hvad er </a:t>
            </a:r>
            <a:r>
              <a:rPr lang="da-DK" sz="2400" dirty="0" smtClean="0"/>
              <a:t>fordelene </a:t>
            </a:r>
            <a:r>
              <a:rPr lang="da-DK" sz="2400" dirty="0"/>
              <a:t>ved ukønnet formering?</a:t>
            </a:r>
            <a:endParaRPr lang="da-DK" sz="2400" dirty="0"/>
          </a:p>
        </p:txBody>
      </p:sp>
      <p:pic>
        <p:nvPicPr>
          <p:cNvPr id="1028" name="Picture 4" descr="https://www.growcamp.dk/wp-content/uploads/2017/02/jordbaer-peter-norris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9351" y="272064"/>
            <a:ext cx="5245093" cy="2950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ttp://www.haveabc.dk/images/articles/s13/2013/8/19/kartoffel---solanum-tuberosum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1704" y="3360018"/>
            <a:ext cx="3200100" cy="3363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1808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</TotalTime>
  <Words>145</Words>
  <Application>Microsoft Office PowerPoint</Application>
  <PresentationFormat>Widescreen</PresentationFormat>
  <Paragraphs>20</Paragraphs>
  <Slides>4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4</vt:i4>
      </vt:variant>
    </vt:vector>
  </HeadingPairs>
  <TitlesOfParts>
    <vt:vector size="8" baseType="lpstr">
      <vt:lpstr>Arial</vt:lpstr>
      <vt:lpstr>Trebuchet MS</vt:lpstr>
      <vt:lpstr>Wingdings 3</vt:lpstr>
      <vt:lpstr>Facet</vt:lpstr>
      <vt:lpstr>Køn og sex - intro</vt:lpstr>
      <vt:lpstr>Kroppens organsystemer – s. 16</vt:lpstr>
      <vt:lpstr>Hvad kendetegner hhv. mænd og kvinder?</vt:lpstr>
      <vt:lpstr>Formering</vt:lpstr>
    </vt:vector>
  </TitlesOfParts>
  <Company>IT-Center Fyn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Køn og sex - intro</dc:title>
  <dc:creator>Mette Mark</dc:creator>
  <cp:lastModifiedBy>Mette Mark</cp:lastModifiedBy>
  <cp:revision>3</cp:revision>
  <dcterms:created xsi:type="dcterms:W3CDTF">2018-02-04T11:24:20Z</dcterms:created>
  <dcterms:modified xsi:type="dcterms:W3CDTF">2018-02-04T11:37:40Z</dcterms:modified>
</cp:coreProperties>
</file>