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64" r:id="rId3"/>
    <p:sldId id="274" r:id="rId4"/>
    <p:sldId id="278" r:id="rId5"/>
    <p:sldId id="297" r:id="rId6"/>
    <p:sldId id="257" r:id="rId7"/>
    <p:sldId id="328" r:id="rId8"/>
    <p:sldId id="330" r:id="rId9"/>
    <p:sldId id="331" r:id="rId10"/>
    <p:sldId id="259" r:id="rId11"/>
    <p:sldId id="308" r:id="rId12"/>
    <p:sldId id="309" r:id="rId13"/>
    <p:sldId id="316" r:id="rId14"/>
    <p:sldId id="321" r:id="rId15"/>
    <p:sldId id="313" r:id="rId16"/>
    <p:sldId id="329" r:id="rId17"/>
    <p:sldId id="332" r:id="rId18"/>
  </p:sldIdLst>
  <p:sldSz cx="9144000" cy="6858000" type="screen4x3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sfarv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yst layout 2 - Markering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59042" autoAdjust="0"/>
  </p:normalViewPr>
  <p:slideViewPr>
    <p:cSldViewPr>
      <p:cViewPr varScale="1">
        <p:scale>
          <a:sx n="108" d="100"/>
          <a:sy n="108" d="100"/>
        </p:scale>
        <p:origin x="82" y="139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0EDEC-BE9F-4DC5-8A3B-B7C210597C43}" type="datetimeFigureOut">
              <a:rPr lang="da-DK" smtClean="0"/>
              <a:t>18-02-2018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D9A0B-B880-4F8B-9A72-42FD577F0C1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58228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8FE9-F555-4A68-AA00-BE0066ED3B4F}" type="datetimeFigureOut">
              <a:rPr lang="da-DK" smtClean="0"/>
              <a:t>18-02-2018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F4C3-49BB-4C38-B135-722AD15B73EF}" type="slidenum">
              <a:rPr lang="da-DK" smtClean="0"/>
              <a:t>‹nr.›</a:t>
            </a:fld>
            <a:endParaRPr lang="da-DK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8FE9-F555-4A68-AA00-BE0066ED3B4F}" type="datetimeFigureOut">
              <a:rPr lang="da-DK" smtClean="0"/>
              <a:t>18-02-2018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F4C3-49BB-4C38-B135-722AD15B73EF}" type="slidenum">
              <a:rPr lang="da-DK" smtClean="0"/>
              <a:t>‹nr.›</a:t>
            </a:fld>
            <a:endParaRPr lang="da-DK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8FE9-F555-4A68-AA00-BE0066ED3B4F}" type="datetimeFigureOut">
              <a:rPr lang="da-DK" smtClean="0"/>
              <a:t>18-02-2018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F4C3-49BB-4C38-B135-722AD15B73EF}" type="slidenum">
              <a:rPr lang="da-DK" smtClean="0"/>
              <a:t>‹nr.›</a:t>
            </a:fld>
            <a:endParaRPr lang="da-DK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8FE9-F555-4A68-AA00-BE0066ED3B4F}" type="datetimeFigureOut">
              <a:rPr lang="da-DK" smtClean="0"/>
              <a:t>18-02-2018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F4C3-49BB-4C38-B135-722AD15B73EF}" type="slidenum">
              <a:rPr lang="da-DK" smtClean="0"/>
              <a:t>‹nr.›</a:t>
            </a:fld>
            <a:endParaRPr lang="da-DK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8FE9-F555-4A68-AA00-BE0066ED3B4F}" type="datetimeFigureOut">
              <a:rPr lang="da-DK" smtClean="0"/>
              <a:t>18-02-2018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F4C3-49BB-4C38-B135-722AD15B73EF}" type="slidenum">
              <a:rPr lang="da-DK" smtClean="0"/>
              <a:t>‹nr.›</a:t>
            </a:fld>
            <a:endParaRPr lang="da-DK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8FE9-F555-4A68-AA00-BE0066ED3B4F}" type="datetimeFigureOut">
              <a:rPr lang="da-DK" smtClean="0"/>
              <a:t>18-02-2018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F4C3-49BB-4C38-B135-722AD15B73EF}" type="slidenum">
              <a:rPr lang="da-DK" smtClean="0"/>
              <a:t>‹nr.›</a:t>
            </a:fld>
            <a:endParaRPr lang="da-DK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8FE9-F555-4A68-AA00-BE0066ED3B4F}" type="datetimeFigureOut">
              <a:rPr lang="da-DK" smtClean="0"/>
              <a:t>18-02-2018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F4C3-49BB-4C38-B135-722AD15B73EF}" type="slidenum">
              <a:rPr lang="da-DK" smtClean="0"/>
              <a:t>‹nr.›</a:t>
            </a:fld>
            <a:endParaRPr lang="da-DK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8FE9-F555-4A68-AA00-BE0066ED3B4F}" type="datetimeFigureOut">
              <a:rPr lang="da-DK" smtClean="0"/>
              <a:t>18-02-2018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F4C3-49BB-4C38-B135-722AD15B73EF}" type="slidenum">
              <a:rPr lang="da-DK" smtClean="0"/>
              <a:t>‹nr.›</a:t>
            </a:fld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i master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8FE9-F555-4A68-AA00-BE0066ED3B4F}" type="datetimeFigureOut">
              <a:rPr lang="da-DK" smtClean="0"/>
              <a:t>18-02-2018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F4C3-49BB-4C38-B135-722AD15B73EF}" type="slidenum">
              <a:rPr lang="da-DK" smtClean="0"/>
              <a:t>‹nr.›</a:t>
            </a:fld>
            <a:endParaRPr lang="da-D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i master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8FE9-F555-4A68-AA00-BE0066ED3B4F}" type="datetimeFigureOut">
              <a:rPr lang="da-DK" smtClean="0"/>
              <a:t>18-02-2018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F4C3-49BB-4C38-B135-722AD15B73EF}" type="slidenum">
              <a:rPr lang="da-DK" smtClean="0"/>
              <a:t>‹nr.›</a:t>
            </a:fld>
            <a:endParaRPr lang="da-DK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8FE9-F555-4A68-AA00-BE0066ED3B4F}" type="datetimeFigureOut">
              <a:rPr lang="da-DK" smtClean="0"/>
              <a:t>18-02-2018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8CF4C3-49BB-4C38-B135-722AD15B73EF}" type="slidenum">
              <a:rPr lang="da-DK" smtClean="0"/>
              <a:t>‹nr.›</a:t>
            </a:fld>
            <a:endParaRPr lang="da-DK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i master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760F8FE9-F555-4A68-AA00-BE0066ED3B4F}" type="datetimeFigureOut">
              <a:rPr lang="da-DK" smtClean="0"/>
              <a:t>18-02-2018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1B8CF4C3-49BB-4C38-B135-722AD15B73EF}" type="slidenum">
              <a:rPr lang="da-DK" smtClean="0"/>
              <a:t>‹nr.›</a:t>
            </a:fld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i master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ssi.dk/Aktuelt/Nyheder/2017/2017%208%20epinyt%2034%20klamydia.aspx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55576" y="980728"/>
            <a:ext cx="7772400" cy="3384376"/>
          </a:xfrm>
        </p:spPr>
        <p:txBody>
          <a:bodyPr/>
          <a:lstStyle/>
          <a:p>
            <a:r>
              <a:rPr lang="da-DK" dirty="0" smtClean="0"/>
              <a:t>1a </a:t>
            </a:r>
            <a:r>
              <a:rPr lang="da-DK" dirty="0" smtClean="0"/>
              <a:t>2018</a:t>
            </a:r>
            <a:br>
              <a:rPr lang="da-DK" dirty="0" smtClean="0"/>
            </a:br>
            <a:r>
              <a:rPr lang="da-DK" dirty="0" smtClean="0"/>
              <a:t>Innovation</a:t>
            </a:r>
            <a:br>
              <a:rPr lang="da-DK" dirty="0" smtClean="0"/>
            </a:br>
            <a:r>
              <a:rPr lang="da-DK" dirty="0" smtClean="0"/>
              <a:t/>
            </a:r>
            <a:br>
              <a:rPr lang="da-DK" dirty="0" smtClean="0"/>
            </a:br>
            <a:r>
              <a:rPr lang="da-DK" i="1" dirty="0" smtClean="0"/>
              <a:t>Nyt, nyttigt og nyttiggjort!</a:t>
            </a:r>
            <a:endParaRPr lang="da-DK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5856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>
          <a:xfrm>
            <a:off x="611560" y="2420888"/>
            <a:ext cx="7272808" cy="3450696"/>
          </a:xfrm>
        </p:spPr>
        <p:txBody>
          <a:bodyPr/>
          <a:lstStyle/>
          <a:p>
            <a:r>
              <a:rPr lang="en-US" dirty="0"/>
              <a:t>Vi </a:t>
            </a:r>
            <a:r>
              <a:rPr lang="en-US" i="1" dirty="0" err="1"/>
              <a:t>ser</a:t>
            </a:r>
            <a:r>
              <a:rPr lang="en-US" dirty="0"/>
              <a:t> </a:t>
            </a:r>
            <a:r>
              <a:rPr lang="en-US" dirty="0" err="1"/>
              <a:t>det</a:t>
            </a:r>
            <a:r>
              <a:rPr lang="en-US" dirty="0"/>
              <a:t>, vi </a:t>
            </a:r>
            <a:r>
              <a:rPr lang="en-US" dirty="0" err="1"/>
              <a:t>plejer</a:t>
            </a:r>
            <a:r>
              <a:rPr lang="en-US" dirty="0"/>
              <a:t> at se.</a:t>
            </a:r>
          </a:p>
          <a:p>
            <a:pPr marL="0" indent="0">
              <a:buNone/>
            </a:pPr>
            <a:endParaRPr lang="en-US" sz="1000" dirty="0"/>
          </a:p>
          <a:p>
            <a:r>
              <a:rPr lang="en-US" dirty="0"/>
              <a:t>Vi </a:t>
            </a:r>
            <a:r>
              <a:rPr lang="en-US" i="1" dirty="0" err="1"/>
              <a:t>forstår</a:t>
            </a:r>
            <a:r>
              <a:rPr lang="en-US" dirty="0"/>
              <a:t> </a:t>
            </a:r>
            <a:r>
              <a:rPr lang="en-US" dirty="0" err="1"/>
              <a:t>ud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, </a:t>
            </a:r>
            <a:r>
              <a:rPr lang="en-US" dirty="0" err="1"/>
              <a:t>hvad</a:t>
            </a:r>
            <a:r>
              <a:rPr lang="en-US" dirty="0"/>
              <a:t> vi </a:t>
            </a:r>
            <a:r>
              <a:rPr lang="en-US" dirty="0" err="1"/>
              <a:t>allerede</a:t>
            </a:r>
            <a:r>
              <a:rPr lang="en-US" dirty="0"/>
              <a:t> </a:t>
            </a:r>
            <a:r>
              <a:rPr lang="en-US" dirty="0" err="1"/>
              <a:t>ved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sz="1000" dirty="0"/>
          </a:p>
          <a:p>
            <a:r>
              <a:rPr lang="en-US" dirty="0"/>
              <a:t>Vi </a:t>
            </a:r>
            <a:r>
              <a:rPr lang="en-US" i="1" dirty="0" err="1"/>
              <a:t>tænker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i="1" dirty="0"/>
              <a:t>handler</a:t>
            </a:r>
            <a:r>
              <a:rPr lang="en-US" dirty="0"/>
              <a:t> </a:t>
            </a:r>
            <a:r>
              <a:rPr lang="en-US" dirty="0" err="1"/>
              <a:t>ud</a:t>
            </a:r>
            <a:r>
              <a:rPr lang="en-US" dirty="0"/>
              <a:t> </a:t>
            </a:r>
            <a:r>
              <a:rPr lang="en-US" dirty="0" err="1"/>
              <a:t>fra</a:t>
            </a:r>
            <a:r>
              <a:rPr lang="en-US" dirty="0"/>
              <a:t> </a:t>
            </a:r>
            <a:r>
              <a:rPr lang="en-US" dirty="0" err="1"/>
              <a:t>det</a:t>
            </a:r>
            <a:r>
              <a:rPr lang="en-US" dirty="0"/>
              <a:t>, vi </a:t>
            </a:r>
            <a:r>
              <a:rPr lang="en-US" dirty="0" err="1"/>
              <a:t>kan</a:t>
            </a:r>
            <a:r>
              <a:rPr lang="en-US" dirty="0"/>
              <a:t> og </a:t>
            </a:r>
            <a:r>
              <a:rPr lang="en-US" dirty="0" err="1"/>
              <a:t>kender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forvejen</a:t>
            </a:r>
            <a:r>
              <a:rPr lang="en-US" dirty="0"/>
              <a:t>.</a:t>
            </a:r>
          </a:p>
          <a:p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23528" y="44624"/>
            <a:ext cx="8496944" cy="1938544"/>
          </a:xfrm>
        </p:spPr>
        <p:txBody>
          <a:bodyPr>
            <a:normAutofit fontScale="90000"/>
          </a:bodyPr>
          <a:lstStyle/>
          <a:p>
            <a:r>
              <a:rPr lang="da-DK" dirty="0"/>
              <a:t>Det, vi ser og forstår, er styret af vaner, som er mønstre i hjerne og krop</a:t>
            </a:r>
          </a:p>
        </p:txBody>
      </p:sp>
    </p:spTree>
    <p:extLst>
      <p:ext uri="{BB962C8B-B14F-4D97-AF65-F5344CB8AC3E}">
        <p14:creationId xmlns:p14="http://schemas.microsoft.com/office/powerpoint/2010/main" val="3000222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>
          <a:xfrm>
            <a:off x="872067" y="2675467"/>
            <a:ext cx="7948405" cy="345069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				</a:t>
            </a:r>
            <a:r>
              <a:rPr lang="da-DK" dirty="0" smtClean="0"/>
              <a:t>Ideer </a:t>
            </a:r>
            <a:r>
              <a:rPr lang="da-DK" dirty="0"/>
              <a:t>har vi uendelig mange af.</a:t>
            </a:r>
          </a:p>
          <a:p>
            <a:pPr marL="0" indent="0">
              <a:buNone/>
            </a:pPr>
            <a:r>
              <a:rPr lang="da-DK" dirty="0"/>
              <a:t>				Det er blot et spørgsmål om </a:t>
            </a:r>
          </a:p>
          <a:p>
            <a:pPr marL="0" indent="0">
              <a:buNone/>
            </a:pPr>
            <a:r>
              <a:rPr lang="da-DK" dirty="0"/>
              <a:t>				at se dem.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				Det skal vi træne nu </a:t>
            </a:r>
            <a:r>
              <a:rPr lang="da-DK" dirty="0">
                <a:sym typeface="Wingdings" panose="05000000000000000000" pitchFamily="2" charset="2"/>
              </a:rPr>
              <a:t></a:t>
            </a:r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Frem med </a:t>
            </a:r>
            <a:r>
              <a:rPr lang="da-DK" dirty="0" smtClean="0"/>
              <a:t>ideerne</a:t>
            </a:r>
            <a:r>
              <a:rPr lang="da-DK" dirty="0"/>
              <a:t>…</a:t>
            </a:r>
          </a:p>
        </p:txBody>
      </p:sp>
      <p:pic>
        <p:nvPicPr>
          <p:cNvPr id="7170" name="Picture 2" descr="http://kulturogfritid.kk.dk/sites/default/files/styles/lead_article/public/ide%20til%20whiteboard%20sept%202012_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00" y="1962954"/>
            <a:ext cx="3773726" cy="357683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160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a-DK" dirty="0"/>
              <a:t>Find en </a:t>
            </a:r>
            <a:r>
              <a:rPr lang="da-DK" dirty="0" smtClean="0"/>
              <a:t>makker, som ikke sidder </a:t>
            </a:r>
            <a:r>
              <a:rPr lang="da-DK" dirty="0" smtClean="0"/>
              <a:t>ved samme bord som </a:t>
            </a:r>
            <a:r>
              <a:rPr lang="da-DK" dirty="0" smtClean="0"/>
              <a:t>dig. </a:t>
            </a:r>
            <a:endParaRPr lang="da-DK" dirty="0"/>
          </a:p>
          <a:p>
            <a:pPr marL="0" indent="0">
              <a:buNone/>
            </a:pPr>
            <a:endParaRPr lang="da-DK" sz="1000" dirty="0"/>
          </a:p>
          <a:p>
            <a:r>
              <a:rPr lang="da-DK" dirty="0"/>
              <a:t>Find herefter sammen 2 par, så I bliver en gruppe på </a:t>
            </a:r>
            <a:r>
              <a:rPr lang="da-DK" dirty="0" smtClean="0"/>
              <a:t>4 og en på 5.</a:t>
            </a:r>
            <a:endParaRPr lang="da-DK" dirty="0"/>
          </a:p>
          <a:p>
            <a:pPr marL="0" indent="0">
              <a:buNone/>
            </a:pPr>
            <a:endParaRPr lang="da-DK" sz="1000" dirty="0"/>
          </a:p>
          <a:p>
            <a:r>
              <a:rPr lang="da-DK" dirty="0"/>
              <a:t>Den med de største fødder starter med at sige ”</a:t>
            </a:r>
            <a:r>
              <a:rPr lang="da-DK" i="1" dirty="0"/>
              <a:t>Lad os tage til </a:t>
            </a:r>
            <a:r>
              <a:rPr lang="da-DK" dirty="0"/>
              <a:t>…”</a:t>
            </a:r>
          </a:p>
          <a:p>
            <a:pPr marL="0" indent="0">
              <a:buNone/>
            </a:pPr>
            <a:endParaRPr lang="da-DK" sz="1000" dirty="0"/>
          </a:p>
          <a:p>
            <a:r>
              <a:rPr lang="da-DK" dirty="0"/>
              <a:t>Planlæg nu en ferie sammen ved på skift at sige </a:t>
            </a:r>
            <a:r>
              <a:rPr lang="da-DK" i="1" dirty="0"/>
              <a:t>JA, OG… </a:t>
            </a:r>
            <a:r>
              <a:rPr lang="da-DK" dirty="0"/>
              <a:t>til </a:t>
            </a:r>
            <a:r>
              <a:rPr lang="da-DK" u="sng" dirty="0"/>
              <a:t>alle</a:t>
            </a:r>
            <a:r>
              <a:rPr lang="da-DK" dirty="0"/>
              <a:t> de andres </a:t>
            </a:r>
            <a:r>
              <a:rPr lang="da-DK" dirty="0" smtClean="0"/>
              <a:t>ideer </a:t>
            </a:r>
            <a:r>
              <a:rPr lang="da-DK" dirty="0"/>
              <a:t>om ferien.</a:t>
            </a:r>
          </a:p>
          <a:p>
            <a:endParaRPr lang="da-DK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Planlæg en ferie sammen </a:t>
            </a:r>
          </a:p>
        </p:txBody>
      </p:sp>
      <p:sp>
        <p:nvSpPr>
          <p:cNvPr id="4" name="Rektangel 3"/>
          <p:cNvSpPr/>
          <p:nvPr/>
        </p:nvSpPr>
        <p:spPr>
          <a:xfrm rot="21111118">
            <a:off x="7211696" y="1315223"/>
            <a:ext cx="1728192" cy="792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500" dirty="0">
                <a:solidFill>
                  <a:schemeClr val="tx1"/>
                </a:solidFill>
              </a:rPr>
              <a:t>Øvelse</a:t>
            </a:r>
          </a:p>
        </p:txBody>
      </p:sp>
    </p:spTree>
    <p:extLst>
      <p:ext uri="{BB962C8B-B14F-4D97-AF65-F5344CB8AC3E}">
        <p14:creationId xmlns:p14="http://schemas.microsoft.com/office/powerpoint/2010/main" val="2921009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>
          <a:xfrm>
            <a:off x="274330" y="2708920"/>
            <a:ext cx="8496944" cy="3777283"/>
          </a:xfrm>
        </p:spPr>
        <p:txBody>
          <a:bodyPr>
            <a:normAutofit lnSpcReduction="10000"/>
          </a:bodyPr>
          <a:lstStyle/>
          <a:p>
            <a:r>
              <a:rPr lang="da-DK" dirty="0"/>
              <a:t>Find en </a:t>
            </a:r>
            <a:r>
              <a:rPr lang="da-DK" dirty="0" smtClean="0"/>
              <a:t>ny makker. </a:t>
            </a:r>
            <a:endParaRPr lang="da-DK" dirty="0"/>
          </a:p>
          <a:p>
            <a:r>
              <a:rPr lang="da-DK" dirty="0"/>
              <a:t>Forestil jer, at I står i det første billede i en tegneserie oven på Joakim von Ands guldmønter i hans pengetank, og at Supermand er ved at løfte taget af…</a:t>
            </a:r>
          </a:p>
          <a:p>
            <a:r>
              <a:rPr lang="da-DK" dirty="0"/>
              <a:t>Den af jer, der har den længste tunge, starter med at sige ”Se, Supermand løfter taget af” og spørger dernæst makkeren ”Hvad sker der så ?”</a:t>
            </a:r>
          </a:p>
          <a:p>
            <a:r>
              <a:rPr lang="da-DK" dirty="0"/>
              <a:t>Tag nu sammen et skridt – rent fysisk – ind i næste billede.</a:t>
            </a:r>
          </a:p>
          <a:p>
            <a:r>
              <a:rPr lang="da-DK" dirty="0"/>
              <a:t>På skift fortæller I, hvad der sker i næste billede og fortsætter ved at spørge den anden: ”Hvad sker der så ?”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Hvad sker der så ?</a:t>
            </a:r>
            <a:br>
              <a:rPr lang="da-DK" dirty="0"/>
            </a:br>
            <a:endParaRPr lang="da-DK" dirty="0"/>
          </a:p>
        </p:txBody>
      </p:sp>
      <p:sp>
        <p:nvSpPr>
          <p:cNvPr id="4" name="Rektangel 3"/>
          <p:cNvSpPr/>
          <p:nvPr/>
        </p:nvSpPr>
        <p:spPr>
          <a:xfrm rot="21111118">
            <a:off x="7014921" y="118471"/>
            <a:ext cx="1728192" cy="792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500" dirty="0">
                <a:solidFill>
                  <a:schemeClr val="tx1"/>
                </a:solidFill>
              </a:rPr>
              <a:t>Øvelse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9040"/>
            <a:ext cx="1832564" cy="2306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http://media.andeby.dk/upload/modules/quizzes/quizzes/image/large/45265063480265852353643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904" y="1168988"/>
            <a:ext cx="2171123" cy="136815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36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 xmlns:p14="http://schemas.microsoft.com/office/powerpoint/2010/main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Den dobbelte diamant</a:t>
            </a:r>
            <a:endParaRPr lang="da-DK" dirty="0"/>
          </a:p>
        </p:txBody>
      </p:sp>
      <p:pic>
        <p:nvPicPr>
          <p:cNvPr id="5" name="Pladsholder til indhold 4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5616"/>
          <a:stretch/>
        </p:blipFill>
        <p:spPr bwMode="auto">
          <a:xfrm>
            <a:off x="683568" y="2780928"/>
            <a:ext cx="7920000" cy="322981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951693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>
          <a:xfrm>
            <a:off x="457200" y="2492895"/>
            <a:ext cx="7859216" cy="3916369"/>
          </a:xfrm>
        </p:spPr>
        <p:txBody>
          <a:bodyPr>
            <a:normAutofit/>
          </a:bodyPr>
          <a:lstStyle/>
          <a:p>
            <a:r>
              <a:rPr lang="da-DK" i="1" dirty="0" smtClean="0"/>
              <a:t>Det er et problem, at så mange smittes </a:t>
            </a:r>
            <a:r>
              <a:rPr lang="da-DK" i="1" dirty="0" smtClean="0"/>
              <a:t>med klamydia</a:t>
            </a:r>
            <a:r>
              <a:rPr lang="da-DK" dirty="0" smtClean="0"/>
              <a:t>.</a:t>
            </a:r>
          </a:p>
          <a:p>
            <a:r>
              <a:rPr lang="da-DK" dirty="0"/>
              <a:t>Dan grupper à </a:t>
            </a:r>
            <a:r>
              <a:rPr lang="da-DK" dirty="0" smtClean="0"/>
              <a:t>3</a:t>
            </a:r>
          </a:p>
          <a:p>
            <a:r>
              <a:rPr lang="da-DK" dirty="0" smtClean="0"/>
              <a:t>Læs artiklen sammen: </a:t>
            </a:r>
            <a:r>
              <a:rPr lang="da-DK" u="sng" dirty="0">
                <a:hlinkClick r:id="rId2"/>
              </a:rPr>
              <a:t>https://www.ssi.dk/Aktuelt/Nyheder/2017/2017%208%20epinyt%2034%20klamydia.aspx</a:t>
            </a:r>
            <a:r>
              <a:rPr lang="da-DK" dirty="0"/>
              <a:t> </a:t>
            </a:r>
            <a:endParaRPr lang="da-DK" dirty="0" smtClean="0"/>
          </a:p>
          <a:p>
            <a:pPr lvl="1"/>
            <a:endParaRPr lang="da-DK" dirty="0" smtClean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Problem: Den første diamant</a:t>
            </a:r>
            <a:endParaRPr lang="da-DK" dirty="0"/>
          </a:p>
        </p:txBody>
      </p:sp>
      <p:pic>
        <p:nvPicPr>
          <p:cNvPr id="4" name="Pladsholder til indhold 4"/>
          <p:cNvPicPr>
            <a:picLocks noChangeAspect="1"/>
          </p:cNvPicPr>
          <p:nvPr/>
        </p:nvPicPr>
        <p:blipFill rotWithShape="1">
          <a:blip r:embed="rId3"/>
          <a:srcRect t="5616"/>
          <a:stretch/>
        </p:blipFill>
        <p:spPr bwMode="auto">
          <a:xfrm>
            <a:off x="4297749" y="4653136"/>
            <a:ext cx="4306299" cy="17561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555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i="1" dirty="0"/>
              <a:t>Det er et problem, at så mange smittes med klamydia</a:t>
            </a:r>
            <a:endParaRPr lang="da-DK" dirty="0"/>
          </a:p>
        </p:txBody>
      </p:sp>
      <p:sp>
        <p:nvSpPr>
          <p:cNvPr id="2" name="Pladsholder til indhold 1"/>
          <p:cNvSpPr>
            <a:spLocks noGrp="1"/>
          </p:cNvSpPr>
          <p:nvPr>
            <p:ph sz="quarter" idx="13"/>
          </p:nvPr>
        </p:nvSpPr>
        <p:spPr>
          <a:xfrm>
            <a:off x="676654" y="2564904"/>
            <a:ext cx="7934069" cy="3561576"/>
          </a:xfrm>
        </p:spPr>
        <p:txBody>
          <a:bodyPr>
            <a:normAutofit/>
          </a:bodyPr>
          <a:lstStyle/>
          <a:p>
            <a:pPr lvl="0"/>
            <a:r>
              <a:rPr lang="da-DK" dirty="0" smtClean="0"/>
              <a:t>Åbne</a:t>
            </a:r>
            <a:r>
              <a:rPr lang="da-DK" dirty="0"/>
              <a:t>: </a:t>
            </a:r>
            <a:r>
              <a:rPr lang="da-DK" dirty="0" smtClean="0"/>
              <a:t>Undersøg, </a:t>
            </a:r>
            <a:r>
              <a:rPr lang="da-DK" dirty="0"/>
              <a:t>hvad klamydia er</a:t>
            </a:r>
          </a:p>
          <a:p>
            <a:pPr lvl="0"/>
            <a:r>
              <a:rPr lang="da-DK" dirty="0" smtClean="0"/>
              <a:t>Lukke</a:t>
            </a:r>
            <a:r>
              <a:rPr lang="da-DK" dirty="0"/>
              <a:t>: Produktkrav – poster. Præsenteres for de andre grupper. </a:t>
            </a:r>
          </a:p>
          <a:p>
            <a:pPr lvl="0"/>
            <a:r>
              <a:rPr lang="da-DK" dirty="0"/>
              <a:t>Åbne: Hvordan nedbringes antallet af smittede danskere</a:t>
            </a:r>
            <a:r>
              <a:rPr lang="da-DK" dirty="0" smtClean="0"/>
              <a:t>? </a:t>
            </a:r>
            <a:r>
              <a:rPr lang="da-DK" i="1" dirty="0" smtClean="0"/>
              <a:t>Morfologisk skema</a:t>
            </a:r>
            <a:endParaRPr lang="da-DK" i="1" dirty="0"/>
          </a:p>
          <a:p>
            <a:pPr lvl="0"/>
            <a:r>
              <a:rPr lang="da-DK" dirty="0" smtClean="0"/>
              <a:t>Præsenter løsning</a:t>
            </a:r>
            <a:r>
              <a:rPr lang="da-DK" smtClean="0"/>
              <a:t>: </a:t>
            </a:r>
            <a:br>
              <a:rPr lang="da-DK" smtClean="0"/>
            </a:br>
            <a:r>
              <a:rPr lang="da-DK" smtClean="0"/>
              <a:t>Kampagne </a:t>
            </a:r>
            <a:endParaRPr lang="da-DK" dirty="0"/>
          </a:p>
          <a:p>
            <a:endParaRPr lang="da-DK" dirty="0"/>
          </a:p>
        </p:txBody>
      </p:sp>
      <p:pic>
        <p:nvPicPr>
          <p:cNvPr id="6" name="Pladsholder til indhold 4"/>
          <p:cNvPicPr>
            <a:picLocks noGrp="1" noChangeAspect="1"/>
          </p:cNvPicPr>
          <p:nvPr>
            <p:ph sz="quarter" idx="14"/>
          </p:nvPr>
        </p:nvPicPr>
        <p:blipFill rotWithShape="1">
          <a:blip r:embed="rId2"/>
          <a:srcRect t="5616"/>
          <a:stretch/>
        </p:blipFill>
        <p:spPr bwMode="auto">
          <a:xfrm>
            <a:off x="4457666" y="4365104"/>
            <a:ext cx="4153058" cy="18104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95834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b="1" dirty="0" smtClean="0"/>
              <a:t>Stenen – morfologisk skema</a:t>
            </a:r>
            <a:br>
              <a:rPr lang="da-DK" b="1" dirty="0" smtClean="0"/>
            </a:br>
            <a:endParaRPr lang="da-DK" dirty="0"/>
          </a:p>
        </p:txBody>
      </p:sp>
      <p:sp>
        <p:nvSpPr>
          <p:cNvPr id="2" name="Pladsholder til indhold 1"/>
          <p:cNvSpPr>
            <a:spLocks noGrp="1"/>
          </p:cNvSpPr>
          <p:nvPr>
            <p:ph sz="quarter" idx="13"/>
          </p:nvPr>
        </p:nvSpPr>
        <p:spPr>
          <a:xfrm>
            <a:off x="323528" y="2276872"/>
            <a:ext cx="3822192" cy="3777600"/>
          </a:xfrm>
        </p:spPr>
        <p:txBody>
          <a:bodyPr>
            <a:normAutofit fontScale="92500"/>
          </a:bodyPr>
          <a:lstStyle/>
          <a:p>
            <a:r>
              <a:rPr lang="da-DK" dirty="0" smtClean="0"/>
              <a:t>En </a:t>
            </a:r>
            <a:r>
              <a:rPr lang="da-DK" dirty="0"/>
              <a:t>familie ønsker </a:t>
            </a:r>
            <a:r>
              <a:rPr lang="da-DK" dirty="0" smtClean="0"/>
              <a:t>at øge loftshøjden </a:t>
            </a:r>
            <a:r>
              <a:rPr lang="da-DK" dirty="0"/>
              <a:t>i den lave kælder </a:t>
            </a:r>
            <a:r>
              <a:rPr lang="da-DK" dirty="0" smtClean="0"/>
              <a:t>under </a:t>
            </a:r>
            <a:r>
              <a:rPr lang="da-DK" dirty="0"/>
              <a:t>deres hus. Under </a:t>
            </a:r>
            <a:r>
              <a:rPr lang="da-DK" dirty="0" smtClean="0"/>
              <a:t>gravearbejdet </a:t>
            </a:r>
            <a:r>
              <a:rPr lang="da-DK" dirty="0"/>
              <a:t>støder de på </a:t>
            </a:r>
            <a:r>
              <a:rPr lang="da-DK" dirty="0" smtClean="0"/>
              <a:t>en </a:t>
            </a:r>
            <a:r>
              <a:rPr lang="da-DK" dirty="0"/>
              <a:t>meget stor </a:t>
            </a:r>
            <a:r>
              <a:rPr lang="da-DK" dirty="0" err="1"/>
              <a:t>granitsten</a:t>
            </a:r>
            <a:r>
              <a:rPr lang="da-DK" dirty="0"/>
              <a:t>, som </a:t>
            </a:r>
            <a:r>
              <a:rPr lang="da-DK" dirty="0" smtClean="0"/>
              <a:t>de </a:t>
            </a:r>
            <a:r>
              <a:rPr lang="da-DK" dirty="0"/>
              <a:t>ikke kan få ud gennem </a:t>
            </a:r>
            <a:r>
              <a:rPr lang="da-DK" dirty="0" smtClean="0"/>
              <a:t>kælderdøren</a:t>
            </a:r>
            <a:r>
              <a:rPr lang="da-DK" dirty="0"/>
              <a:t>.</a:t>
            </a:r>
          </a:p>
          <a:p>
            <a:r>
              <a:rPr lang="da-DK" i="1" dirty="0"/>
              <a:t>Hvad skal familien gøre?</a:t>
            </a:r>
          </a:p>
          <a:p>
            <a:r>
              <a:rPr lang="da-DK" i="1" dirty="0"/>
              <a:t>Hvilke muligheder kan </a:t>
            </a:r>
            <a:r>
              <a:rPr lang="da-DK" i="1" dirty="0" smtClean="0"/>
              <a:t>gruppen </a:t>
            </a:r>
            <a:r>
              <a:rPr lang="da-DK" i="1" dirty="0"/>
              <a:t>udtænke?</a:t>
            </a:r>
          </a:p>
          <a:p>
            <a:endParaRPr lang="da-DK" dirty="0"/>
          </a:p>
        </p:txBody>
      </p:sp>
      <p:graphicFrame>
        <p:nvGraphicFramePr>
          <p:cNvPr id="5" name="Pladsholder til indhold 4"/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1467487603"/>
              </p:ext>
            </p:extLst>
          </p:nvPr>
        </p:nvGraphicFramePr>
        <p:xfrm>
          <a:off x="4498846" y="2708920"/>
          <a:ext cx="4321625" cy="3241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4325"/>
                <a:gridCol w="793005"/>
                <a:gridCol w="1080120"/>
                <a:gridCol w="936104"/>
                <a:gridCol w="648071"/>
              </a:tblGrid>
              <a:tr h="370840">
                <a:tc>
                  <a:txBody>
                    <a:bodyPr/>
                    <a:lstStyle/>
                    <a:p>
                      <a:r>
                        <a:rPr lang="da-DK" sz="1400" dirty="0" smtClean="0"/>
                        <a:t>Hvad gør vi?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 smtClean="0"/>
                        <a:t>Hvem?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 smtClean="0"/>
                        <a:t>Hvordan?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 smtClean="0"/>
                        <a:t>Økonomi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 smtClean="0"/>
                        <a:t>…</a:t>
                      </a:r>
                      <a:endParaRPr lang="da-DK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dirty="0" smtClean="0"/>
                        <a:t>Flyt</a:t>
                      </a:r>
                    </a:p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 smtClean="0"/>
                        <a:t>Naboer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dirty="0" smtClean="0"/>
                        <a:t>Hakke</a:t>
                      </a:r>
                    </a:p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 smtClean="0"/>
                        <a:t>Tag et lån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</a:tr>
              <a:tr h="3676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dirty="0" smtClean="0"/>
                        <a:t>Kælder med 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dirty="0" err="1" smtClean="0"/>
                        <a:t>Straffe-fanger</a:t>
                      </a:r>
                      <a:r>
                        <a:rPr lang="da-DK" sz="1400" dirty="0" smtClean="0"/>
                        <a:t> 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 smtClean="0"/>
                        <a:t>Dynamit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dirty="0" smtClean="0"/>
                        <a:t>Gå</a:t>
                      </a:r>
                      <a:r>
                        <a:rPr lang="da-DK" sz="1400" baseline="0" dirty="0" smtClean="0"/>
                        <a:t> i seng med bankdirektøren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dirty="0" smtClean="0"/>
                        <a:t>Fjern sten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 smtClean="0"/>
                        <a:t>…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dirty="0" smtClean="0"/>
                        <a:t>…</a:t>
                      </a:r>
                    </a:p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sz="1400" dirty="0" smtClean="0"/>
                        <a:t>Må ikke koste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da-DK" sz="1400" dirty="0" smtClean="0"/>
                        <a:t>…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sz="1400" dirty="0" smtClean="0"/>
                        <a:t>…</a:t>
                      </a:r>
                      <a:endParaRPr lang="da-DK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ktangel 5"/>
          <p:cNvSpPr/>
          <p:nvPr/>
        </p:nvSpPr>
        <p:spPr>
          <a:xfrm rot="21111118">
            <a:off x="6911199" y="1059409"/>
            <a:ext cx="1728192" cy="792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500" dirty="0">
                <a:solidFill>
                  <a:schemeClr val="tx1"/>
                </a:solidFill>
              </a:rPr>
              <a:t>Øvelse</a:t>
            </a:r>
          </a:p>
        </p:txBody>
      </p:sp>
    </p:spTree>
    <p:extLst>
      <p:ext uri="{BB962C8B-B14F-4D97-AF65-F5344CB8AC3E}">
        <p14:creationId xmlns:p14="http://schemas.microsoft.com/office/powerpoint/2010/main" val="23553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   Åbne-fasen: At finde på </a:t>
            </a:r>
            <a:r>
              <a:rPr lang="da-DK" dirty="0" smtClean="0"/>
              <a:t>ideer</a:t>
            </a:r>
            <a:br>
              <a:rPr lang="da-DK" dirty="0" smtClean="0"/>
            </a:br>
            <a:r>
              <a:rPr lang="da-DK" dirty="0" smtClean="0"/>
              <a:t>MORFOLOGISK SKEMA</a:t>
            </a:r>
            <a:endParaRPr lang="da-DK" dirty="0"/>
          </a:p>
        </p:txBody>
      </p:sp>
      <p:sp>
        <p:nvSpPr>
          <p:cNvPr id="4" name="AutoShape 2" descr="data:image/jpeg;base64,/9j/4AAQSkZJRgABAQAAAQABAAD/2wCEAAkGBxQQEA8PDxAQEBAPDw8PDw8QFA8QFRAPFBEWFhQSFBUYHCggGBolHBQUITEhJSkrLi4uFx8zODMsNygtLisBCgoKDg0OGBAQGiwkHyQsLC0sLCwsLCwsLCwtLCwsLCwsLCwsLCwsLCwsLCwsLCwsLCwsLCw0LCwsLCwsLCwsN//AABEIAQMAwgMBIgACEQEDEQH/xAAbAAABBQEBAAAAAAAAAAAAAAAAAQIDBAUGB//EAEMQAAIBAgIFBwgIBAYDAAAAAAABAgMRBCEFEhMxQTNRYXFykbEGIjJCgaHB0RQ0UmKCkrLwIyRzwhVjg6Lh8RZDU//EABoBAAIDAQEAAAAAAAAAAAAAAAABAgMEBQb/xAApEQACAgEDBAICAQUAAAAAAAAAAQIREgMhMQQTMkEiQlFxYQUUI0NS/9oADAMBAAIRAxEAPwBjBMfNDGj3CaZ59hrCDlERodoW4qkO1yOwqQUgscmJcQLhQWObuNaEFQcAIT4ZNNW3XV+YisX9HRd03nFZtZkNSVIlFbnQ6NqSWbi8lcWavK7u8+G63SKsatWyTXuyLWCq+bfNLm5zjybTbo2pJ7GHpPC720s99sijDR0pKyeWbOxlhNpZuMtVbslkVMVhFTUrKUsvR3dRbp9XSxXJXLS9nL0NH3eq3nf2Gxo+m4c1k9zRbwVFxV3C2t9pXfeLKhrN3va97vLuHqa7ls+BRhW5q6OrxS9G7e+W5IfjtIxUbLf0eJm60IrVTd/Y7iYbRlSpJ5W43k75IxduF5SZdk6pFjCYWFXzpPNPiml7Xzm5o7A01m4Jy53Z2G0I0tRRm1Jw3tXV37CpjPKKlBebdtPcla3SZ5PU1XjBMsWMN2XtN1VGFlG9s+hHMSw//slJc7bXDoRX8oPKfX1VC6tn6rfXfgc5itKVKmUptpZLqN/SdFqKG+xn1taLkdJtYfZn3L5gchtZfal3sDd/Z/yUd0ndO5DONiVMVxbLlJrkTSZXUhdYlcEM1OYsyTI0xNW4qo33Zhe29F/Q81t6PbXgRnNxi2hxSbozqlNxdpJroaaGnoenNC/SMIqkFetR12rb5wveUeviv+TgNmVdL1cdaLftck9XRemyNoVIVxsLTV3m7LnNV7FQjZ0Og1aGtk75N23WMZQSyd2+Ftxt4HDxatdptbsl7jJ1MlhRbpLc0sNSTdlnfOyyN/R2Fjq5xVuCsjN0JSUXZb1vv8DoaTt1HB6ibukdDTjtZPRtuSsNrtRvJxT5skFKsm8s8uG7vM/SGIlJ2Xm71ZNO5ljBuRbKVRKuMxcW9ZxfRzJ9xz9fEPWd7pPj6WXP0EuK13knueUXuv0pGHXjVjJ2Ts731Vf3s7PT6K/Jg1Js6HReGUpKT9FZ3y4G/jMdShHWVlK1rbn12OCi6uqpOcqdsko53HYejWk8lrNvOU3d/voDU6VTeUpbII6rSpI1ammW29V5p7mrexJmNpduzmrrXfDL225zdweAaWtJrWbtaKjfrbZPR0K6zzl6PGW/qHHV09J2uEJwlJHBqD5mLKjJb4tX3XyuelU9C2i4xVNyy86XpGPpLydlOXnSeXNayNEP6jCUq4IS6eSRxeqB1n/j9sr7usC7+90/yQ7Mjl1IkTZXsSQqWLpR/BFMdrvmHS3D4STRJsusqc0uUTSsoyuW9C/WKPbXgOVJFnRVG1ek/vINTWi4SX8MI6byR6dobkl2peJwnlpoXYVdtTX8Ks27LdCrvcep717TutDcku1LxJdJYGNelOlUXmzVr8U+El0p5nm+n6h6Gtl69nU1NLuadHjqpOW5N9wv0aSecX7Tcho+WHqSpzScou2sk848H7QxOI2dnSpcc21d9zPRLXt/HdHLwrkq0pRVlqXdkta27qNHA0Iyk5J3a5nZ37ivQq1JO0opXaeatfrNahgnDzpKD5rSu9xm1p0qLYRss0sU4qyjK6t0lvDYycrpxay42XcVlVk9ztbja7RPRqtZN3OVqTX4NkYsuYanJPznkt2q1dk0sHHNvzVxzuyvCb4MhxcJytnZLoRVlb5ok47GdpeNOOdNpNXyuld9RmYXERjK7Tk287azNj6DF+knK+TXDuJfoMHZRioJcxtj1EIxxdsoelJuyxRpUnBS1bWzak0s+riQJxXoReb/AHwL+Fw0YrVzfXmXFTik8lbe8jK9VJvlluBUw+HWrdyST4JXdyrUUVrRjNvnd0tVmjOSmvNdksuYrVaNJJ+ZKTXSv+hRlvuDRTwuDl6tTWtezj6XeW6uHbVpSkpNcXe/WJhcXJXtS1MsnK+SEjKc84vPi/8Atk5OTdsjSor/AOErjPPj1gTPD1en3fMB9yX/AEKl+DywQVDkeps5YsKslknuHqvJX3Z71awy4X6CDSfokSLEdL6bGvoRRdSDum7/ALuY2yva2X76Do9D1KcXCGbndWeT788jN1VLTdIt0ry3O90NyS7UvEvlDQ3JLtS8S+eUn5M7MeEY3lBorbKNSDcalO+71ocU+rf3nPxparvK0ubLj0ncnnulqlRYitGK82NSSjlwNGlryUcSrU003ZZm07XSy6ESKoluXuRlxqz/AGh6rS6O4s7zZXgjXjiFxXcSQxEeKfcvmYyry6O4PpUuj3/MrdEtzoY42HNLuXzFnjYNW87PikjnHjpLhH3/ADIamlpR9WPv+YbD3OljXgllfuLOFtUuou7W/KxxujNOutXVHUilqyk5K+VtyOnwGJ2es1bNJc/OFXwK65NT6O1nuEjmt90U3WdTOSs+DdlbpJdeyys7ey4sa5HZYceAlksyspTlzJE8MM36yExlim08nxLUIpKysuoprDtcR0Z6uV/YQavgadEjoR+1L8zAgdePP72AYyFseQqI5W4omdMTZnrnJM49EbpLgNdInUbC2Fk0OirZou6Gb+kUs/XzGavQWtFRW3pdtEdWfwl+mOK+SPTtDcku1LxL5Q0NyS7UvEvnkZ+TO1HhAchpfSbhWqw1V5sl5zusmk8u869nAabnF4qtdZqbV75WS5jV0UFKbteinqJNRVEtLSUGvTd78zJKVdPdd+xorUacdXdFc1mSRxa9HXStwW81T0IvxRTHUfsuRa4okVRftFF4jLK7G7dvdcoeiWZmntlzJ+wR14/ZX5UVKU5Ek5u2fwQdkMzEnBf4jKSSV6a3JL1EbmH452MWLvi7/c/tNilFO9yKjvQ2/ZbVuLJoRXB95mVK6hxY+niuK8Czs7WRzNRVIxdm1csRxMeDb6jCrYptWzt1DIVH9pi7KYZs1MXjHJWtbodrjKKds3lzZ5FFZ9fOTRlLnJYJKkRssanT7wKjkv8A6P8AMwHgxZHJ7IR0TYlQT4dxG8IdJayMzgZLpDdkazwj6GRuh0E1qiwM50st2ZY0bStVpv7yLGxJcHStUg/vIjOfxY4x3R3WhuSXal4l8oaF5JdqXiXzzc/JnVjwgOD0xT/j12mr67usmzvGed6cpXxNd/5jNv8AT1/kf6KOq8UVY4trfqtrj0ewdDEK/q+y5CqHQH0foOvUTDbL1FK10mlv4kyqKPrGZGkSbF8PfmVPTV8klNm3Cqmt/cZuIqyTz1nHpI4ua9a3Vl4DZwk3fXk+8UYJMblYzCyviE7W819PqmpXq6tr3s+Yy8JG1dX5n4Ghi6Tkla+Td7GOKXef7Ze/Ag+lwi3LVd+nW+QksfOW7JdCbIpYdx5xYx57s3Yx5M1ssU8RJek7X9vdkOp1ZSe+VudoKSt6o/aPmK3XpEiWM7elJ9w2eLXBSl13+BHtW9yS/fURzpN7/j8RKK9jbGvFR5vH5gN+jP8AdgLKiR3LzpDXTZobETZGbuFmJn7IR0jR2QmxH3AxM3Yj6VG0k+kv7ER0rZiepsCjubuhuSXal4l8oaF5JdqXiXzkz8mb48IDi9K0b16r++ztDmtIUr1aj+8zR0ksZP8ARV1CtIyI07CuN+Be2IbE6HcMmJQVLo8Byp24fEu7EXZC7gUUpLhYYodBf2IbEO4goxF9ZXZ/tNCXQU68bYq33f7DSw8b36jPF/Oy5r4lfVfMu4co9Bc2IuxNHcRViU1Do94Kl0+Jc2IuyFmGJS2S/dxVT6S7sg2Iu4GJV1RC5sgFmOi3qBqE1gsZsi2iDUDZk9gsGQYkGzGVoea+ostHPvTX8V0petLVilwQZBidToXkl2pF8wVpFYfDRqOOterqJXtvzb7kxmjdPvEV9WEdSnG8Xezc5WvfoRmlFttmhSSSOhMbFQ8+XWbJmYhefLrHpOmLVVop7MNmWLCWNGRRiQ7MTZljVCwZBiV9mGzLFgsGQYnLY9Wxn4F+g1NHxu5dS8TO0mv538C/Qamit8upeIrJUW9mGzJ7BYeRHEg1BdQmsFgyCiHUDUJrBYMgoh1AJrALIKNbVDVFAxmuhNULCgAUI4nDYvyUrLFrE7SCo005ve5Ssso2tZdd+B3RX0hyVTsslFtMjJKjKjo5YjDKm5ONqmupLOzT5upshwvk68PUU6M9dNpzVRpNSWV42W63A1NC8ku1Ivjk2pMSVpAIkKBAmJYLCgAUJYLCgAUJYLCgAUcTp/6/+CP6Ga3k56c+yvEyfKD6/wD6cf0M1vJv059leJf9Cr7G/YLCgUFolg1RQAKE1Q1RQAKE1QFAAoAAAAAAAACvpDkqnZZYK+kOSqdljXInwQaF5JdqRfKGheSXakXxz8mKPCAAAiSAAAAAAAAAAAAOK8oPr/8Apr9LNXyb9OfYXiZflAv55f01+lmp5OenPsLxL/oVfY6AAAoLQAAAAAAAAAAAAAAAAAAAAK+kOSqdllgr6Q5Kp2WNcifBBoXkvxSL5n6F5L8UjQHPyYo8IAACJIAAAAAAAAAAAA4zyh+vL+mv0s0/Jz059j4ozfKFfzq/pr9LNLyc9OfY+KL/APWVfY6AAAoLQAAAAAAAAAAAAAS4gCscA24XALFuQaQ5Kp2GS3IMe/4VTssaW4m9iHQvJfikaBQ0LyX4pF8c/JhHhAADbkSQ4BtwuArHXEuNuFx0LIeAy4XFQ7OS8oPrq/pr9LNHyd9OfY+KM/T/ANcX9NeDL/k96c+x8UX/AEKvsdAA0W5QXWKAAAAAAAAAAADLiBcRskVWKFxtxrkFEXIfcr45/wAOfZY6VQq4ur5kl91k4xdkcibQvJfikXzP0LyX4pGgQn5MvjwgIdortXzTJKk1FOTdkk23zJbznni605SlCnBRk2460pXtwvZbwirFNm7ri6xixrYj7FH80/kPVTEc1DvqE8Cu2a2sGsZiliP8n/eFsRz0e6QsRWaLqEU8UlzlPZ1/t0vyv5jJYes99Sn+T/kkor2KzI0pWVTEqSTS1bZ9CZpaA9OXY+KGVNFTk7uULrc9Rr+4s6MwUqcm5NO6tkmviybrGgvc2ExSNMcjPRapDwG3FAlY4BooiVigJcAAiEbAZJkzM2EpEUpCyZDNliQhJzKuIlk+okmytWeTLUgNTQvJfiZoFDQvJfiZNj8Vs4N75PKC55fLiZZeTNEfEpaVr68tjHcrOo+neo/HuGU0Q0Kdt7u27tvi3vZZhEuiqRW3Y+JKhkUSJCZEchyESHogxCWFsKAgoSwqQqFESSEsKAoEkgBCDhEgABQGJYBQAZCMkPYjRMzEEiGZZlEilAmmIqTKtYvzgVK8MmXJgaWh3/C/FIo1au2qa/qrzaa6OMvb8hlOs3SVGO+Um5vmjze0t0aNkU47tstctkghAljEfGmSKAOREYokiQqQ5EGxCJChYWwh0IkKKAiVBYBRAGAAKIYWFAAGAogoDABLgAyMQeFhlNDLCOJJYLDsWJFsxrw6fAnFsGTJKBWp4SMdyJVAeAWwxG2FsOAQUNsKKABQgAADoUACwDoACwohgAAAAAoAMBAABgAAIBAACRAAQgAA4AARL0AjAAEIAAMQAAAAooAIYAAAAAAAMAAAAUQAAYAACAAABgf/2Q=="/>
          <p:cNvSpPr>
            <a:spLocks noChangeAspect="1" noChangeArrowheads="1"/>
          </p:cNvSpPr>
          <p:nvPr/>
        </p:nvSpPr>
        <p:spPr bwMode="auto">
          <a:xfrm>
            <a:off x="0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sp>
        <p:nvSpPr>
          <p:cNvPr id="5" name="AutoShape 4" descr="data:image/jpeg;base64,/9j/4AAQSkZJRgABAQAAAQABAAD/2wCEAAkGBxQQEA8PDxAQEBAPDw8PDw8QFA8QFRAPFBEWFhQSFBUYHCggGBolHBQUITEhJSkrLi4uFx8zODMsNygtLisBCgoKDg0OGBAQGiwkHyQsLC0sLCwsLCwsLCwtLCwsLCwsLCwsLCwsLCwsLCwsLCwsLCwsLCw0LCwsLCwsLCwsN//AABEIAQMAwgMBIgACEQEDEQH/xAAbAAABBQEBAAAAAAAAAAAAAAAAAQIDBAUGB//EAEMQAAIBAgIFBwgIBAYDAAAAAAABAgMRBCEFEhMxQTNRYXFykbEGIjJCgaHB0RQ0UmKCkrLwIyRzwhVjg6Lh8RZDU//EABoBAAIDAQEAAAAAAAAAAAAAAAABAgMEBQb/xAApEQACAgEDBAICAQUAAAAAAAAAAQIREgMhMQQTMkEiQlFxYQUUI0NS/9oADAMBAAIRAxEAPwBjBMfNDGj3CaZ59hrCDlERodoW4qkO1yOwqQUgscmJcQLhQWObuNaEFQcAIT4ZNNW3XV+YisX9HRd03nFZtZkNSVIlFbnQ6NqSWbi8lcWavK7u8+G63SKsatWyTXuyLWCq+bfNLm5zjybTbo2pJ7GHpPC720s99sijDR0pKyeWbOxlhNpZuMtVbslkVMVhFTUrKUsvR3dRbp9XSxXJXLS9nL0NH3eq3nf2Gxo+m4c1k9zRbwVFxV3C2t9pXfeLKhrN3va97vLuHqa7ls+BRhW5q6OrxS9G7e+W5IfjtIxUbLf0eJm60IrVTd/Y7iYbRlSpJ5W43k75IxduF5SZdk6pFjCYWFXzpPNPiml7Xzm5o7A01m4Jy53Z2G0I0tRRm1Jw3tXV37CpjPKKlBebdtPcla3SZ5PU1XjBMsWMN2XtN1VGFlG9s+hHMSw//slJc7bXDoRX8oPKfX1VC6tn6rfXfgc5itKVKmUptpZLqN/SdFqKG+xn1taLkdJtYfZn3L5gchtZfal3sDd/Z/yUd0ndO5DONiVMVxbLlJrkTSZXUhdYlcEM1OYsyTI0xNW4qo33Zhe29F/Q81t6PbXgRnNxi2hxSbozqlNxdpJroaaGnoenNC/SMIqkFetR12rb5wveUeviv+TgNmVdL1cdaLftck9XRemyNoVIVxsLTV3m7LnNV7FQjZ0Og1aGtk75N23WMZQSyd2+Ftxt4HDxatdptbsl7jJ1MlhRbpLc0sNSTdlnfOyyN/R2Fjq5xVuCsjN0JSUXZb1vv8DoaTt1HB6ibukdDTjtZPRtuSsNrtRvJxT5skFKsm8s8uG7vM/SGIlJ2Xm71ZNO5ljBuRbKVRKuMxcW9ZxfRzJ9xz9fEPWd7pPj6WXP0EuK13knueUXuv0pGHXjVjJ2Ts731Vf3s7PT6K/Jg1Js6HReGUpKT9FZ3y4G/jMdShHWVlK1rbn12OCi6uqpOcqdsko53HYejWk8lrNvOU3d/voDU6VTeUpbII6rSpI1ammW29V5p7mrexJmNpduzmrrXfDL225zdweAaWtJrWbtaKjfrbZPR0K6zzl6PGW/qHHV09J2uEJwlJHBqD5mLKjJb4tX3XyuelU9C2i4xVNyy86XpGPpLydlOXnSeXNayNEP6jCUq4IS6eSRxeqB1n/j9sr7usC7+90/yQ7Mjl1IkTZXsSQqWLpR/BFMdrvmHS3D4STRJsusqc0uUTSsoyuW9C/WKPbXgOVJFnRVG1ek/vINTWi4SX8MI6byR6dobkl2peJwnlpoXYVdtTX8Ks27LdCrvcep717TutDcku1LxJdJYGNelOlUXmzVr8U+El0p5nm+n6h6Gtl69nU1NLuadHjqpOW5N9wv0aSecX7Tcho+WHqSpzScou2sk848H7QxOI2dnSpcc21d9zPRLXt/HdHLwrkq0pRVlqXdkta27qNHA0Iyk5J3a5nZ37ivQq1JO0opXaeatfrNahgnDzpKD5rSu9xm1p0qLYRss0sU4qyjK6t0lvDYycrpxay42XcVlVk9ztbja7RPRqtZN3OVqTX4NkYsuYanJPznkt2q1dk0sHHNvzVxzuyvCb4MhxcJytnZLoRVlb5ok47GdpeNOOdNpNXyuld9RmYXERjK7Tk287azNj6DF+knK+TXDuJfoMHZRioJcxtj1EIxxdsoelJuyxRpUnBS1bWzak0s+riQJxXoReb/AHwL+Fw0YrVzfXmXFTik8lbe8jK9VJvlluBUw+HWrdyST4JXdyrUUVrRjNvnd0tVmjOSmvNdksuYrVaNJJ+ZKTXSv+hRlvuDRTwuDl6tTWtezj6XeW6uHbVpSkpNcXe/WJhcXJXtS1MsnK+SEjKc84vPi/8Atk5OTdsjSor/AOErjPPj1gTPD1en3fMB9yX/AEKl+DywQVDkeps5YsKslknuHqvJX3Z71awy4X6CDSfokSLEdL6bGvoRRdSDum7/ALuY2yva2X76Do9D1KcXCGbndWeT788jN1VLTdIt0ry3O90NyS7UvEvlDQ3JLtS8S+eUn5M7MeEY3lBorbKNSDcalO+71ocU+rf3nPxparvK0ubLj0ncnnulqlRYitGK82NSSjlwNGlryUcSrU003ZZm07XSy6ESKoluXuRlxqz/AGh6rS6O4s7zZXgjXjiFxXcSQxEeKfcvmYyry6O4PpUuj3/MrdEtzoY42HNLuXzFnjYNW87PikjnHjpLhH3/ADIamlpR9WPv+YbD3OljXgllfuLOFtUuou7W/KxxujNOutXVHUilqyk5K+VtyOnwGJ2es1bNJc/OFXwK65NT6O1nuEjmt90U3WdTOSs+DdlbpJdeyys7ey4sa5HZYceAlksyspTlzJE8MM36yExlim08nxLUIpKysuoprDtcR0Z6uV/YQavgadEjoR+1L8zAgdePP72AYyFseQqI5W4omdMTZnrnJM49EbpLgNdInUbC2Fk0OirZou6Gb+kUs/XzGavQWtFRW3pdtEdWfwl+mOK+SPTtDcku1LxL5Q0NyS7UvEvnkZ+TO1HhAchpfSbhWqw1V5sl5zusmk8u869nAabnF4qtdZqbV75WS5jV0UFKbteinqJNRVEtLSUGvTd78zJKVdPdd+xorUacdXdFc1mSRxa9HXStwW81T0IvxRTHUfsuRa4okVRftFF4jLK7G7dvdcoeiWZmntlzJ+wR14/ZX5UVKU5Ek5u2fwQdkMzEnBf4jKSSV6a3JL1EbmH452MWLvi7/c/tNilFO9yKjvQ2/ZbVuLJoRXB95mVK6hxY+niuK8Czs7WRzNRVIxdm1csRxMeDb6jCrYptWzt1DIVH9pi7KYZs1MXjHJWtbodrjKKds3lzZ5FFZ9fOTRlLnJYJKkRssanT7wKjkv8A6P8AMwHgxZHJ7IR0TYlQT4dxG8IdJayMzgZLpDdkazwj6GRuh0E1qiwM50st2ZY0bStVpv7yLGxJcHStUg/vIjOfxY4x3R3WhuSXal4l8oaF5JdqXiXzzc/JnVjwgOD0xT/j12mr67usmzvGed6cpXxNd/5jNv8AT1/kf6KOq8UVY4trfqtrj0ewdDEK/q+y5CqHQH0foOvUTDbL1FK10mlv4kyqKPrGZGkSbF8PfmVPTV8klNm3Cqmt/cZuIqyTz1nHpI4ua9a3Vl4DZwk3fXk+8UYJMblYzCyviE7W819PqmpXq6tr3s+Yy8JG1dX5n4Ghi6Tkla+Td7GOKXef7Ze/Ag+lwi3LVd+nW+QksfOW7JdCbIpYdx5xYx57s3Yx5M1ssU8RJek7X9vdkOp1ZSe+VudoKSt6o/aPmK3XpEiWM7elJ9w2eLXBSl13+BHtW9yS/fURzpN7/j8RKK9jbGvFR5vH5gN+jP8AdgLKiR3LzpDXTZobETZGbuFmJn7IR0jR2QmxH3AxM3Yj6VG0k+kv7ER0rZiepsCjubuhuSXal4l8oaF5JdqXiXzkz8mb48IDi9K0b16r++ztDmtIUr1aj+8zR0ksZP8ARV1CtIyI07CuN+Be2IbE6HcMmJQVLo8Byp24fEu7EXZC7gUUpLhYYodBf2IbEO4goxF9ZXZ/tNCXQU68bYq33f7DSw8b36jPF/Oy5r4lfVfMu4co9Bc2IuxNHcRViU1Do94Kl0+Jc2IuyFmGJS2S/dxVT6S7sg2Iu4GJV1RC5sgFmOi3qBqE1gsZsi2iDUDZk9gsGQYkGzGVoea+ostHPvTX8V0petLVilwQZBidToXkl2pF8wVpFYfDRqOOterqJXtvzb7kxmjdPvEV9WEdSnG8Xezc5WvfoRmlFttmhSSSOhMbFQ8+XWbJmYhefLrHpOmLVVop7MNmWLCWNGRRiQ7MTZljVCwZBiV9mGzLFgsGQYnLY9Wxn4F+g1NHxu5dS8TO0mv538C/Qamit8upeIrJUW9mGzJ7BYeRHEg1BdQmsFgyCiHUDUJrBYMgoh1AJrALIKNbVDVFAxmuhNULCgAUI4nDYvyUrLFrE7SCo005ve5Ssso2tZdd+B3RX0hyVTsslFtMjJKjKjo5YjDKm5ONqmupLOzT5upshwvk68PUU6M9dNpzVRpNSWV42W63A1NC8ku1Ivjk2pMSVpAIkKBAmJYLCgAUJYLCgAUJYLCgAUcTp/6/+CP6Ga3k56c+yvEyfKD6/wD6cf0M1vJv059leJf9Cr7G/YLCgUFolg1RQAKE1Q1RQAKE1QFAAoAAAAAAAACvpDkqnZZYK+kOSqdljXInwQaF5JdqRfKGheSXakXxz8mKPCAAAiSAAAAAAAAAAAAOK8oPr/8Apr9LNXyb9OfYXiZflAv55f01+lmp5OenPsLxL/oVfY6AAAoLQAAAAAAAAAAAAAAAAAAAAK+kOSqdllgr6Q5Kp2WNcifBBoXkvxSL5n6F5L8UjQHPyYo8IAACJIAAAAAAAAAAAA4zyh+vL+mv0s0/Jz059j4ozfKFfzq/pr9LNLyc9OfY+KL/APWVfY6AAAoLQAAAAAAAAAAAAAS4gCscA24XALFuQaQ5Kp2GS3IMe/4VTssaW4m9iHQvJfikaBQ0LyX4pF8c/JhHhAADbkSQ4BtwuArHXEuNuFx0LIeAy4XFQ7OS8oPrq/pr9LNHyd9OfY+KM/T/ANcX9NeDL/k96c+x8UX/AEKvsdAA0W5QXWKAAAAAAAAAAADLiBcRskVWKFxtxrkFEXIfcr45/wAOfZY6VQq4ur5kl91k4xdkcibQvJfikXzP0LyX4pGgQn5MvjwgIdortXzTJKk1FOTdkk23zJbznni605SlCnBRk2460pXtwvZbwirFNm7ri6xixrYj7FH80/kPVTEc1DvqE8Cu2a2sGsZiliP8n/eFsRz0e6QsRWaLqEU8UlzlPZ1/t0vyv5jJYes99Sn+T/kkor2KzI0pWVTEqSTS1bZ9CZpaA9OXY+KGVNFTk7uULrc9Rr+4s6MwUqcm5NO6tkmviybrGgvc2ExSNMcjPRapDwG3FAlY4BooiVigJcAAiEbAZJkzM2EpEUpCyZDNliQhJzKuIlk+okmytWeTLUgNTQvJfiZoFDQvJfiZNj8Vs4N75PKC55fLiZZeTNEfEpaVr68tjHcrOo+neo/HuGU0Q0Kdt7u27tvi3vZZhEuiqRW3Y+JKhkUSJCZEchyESHogxCWFsKAgoSwqQqFESSEsKAoEkgBCDhEgABQGJYBQAZCMkPYjRMzEEiGZZlEilAmmIqTKtYvzgVK8MmXJgaWh3/C/FIo1au2qa/qrzaa6OMvb8hlOs3SVGO+Um5vmjze0t0aNkU47tstctkghAljEfGmSKAOREYokiQqQ5EGxCJChYWwh0IkKKAiVBYBRAGAAKIYWFAAGAogoDABLgAyMQeFhlNDLCOJJYLDsWJFsxrw6fAnFsGTJKBWp4SMdyJVAeAWwxG2FsOAQUNsKKABQgAADoUACwDoACwohgAAAAAoAMBAABgAAIBAACRAAQgAA4AARL0AjAAEIAAMQAAAAooAIYAAAAAAAMAAAAUQAAYAACAAABgf/2Q=="/>
          <p:cNvSpPr>
            <a:spLocks noChangeAspect="1" noChangeArrowheads="1"/>
          </p:cNvSpPr>
          <p:nvPr/>
        </p:nvSpPr>
        <p:spPr bwMode="auto">
          <a:xfrm>
            <a:off x="152400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a-DK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4403894"/>
            <a:ext cx="1838210" cy="2454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Pladsholder til indhold 1"/>
          <p:cNvSpPr txBox="1">
            <a:spLocks/>
          </p:cNvSpPr>
          <p:nvPr/>
        </p:nvSpPr>
        <p:spPr>
          <a:xfrm>
            <a:off x="457200" y="2348880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b="1" dirty="0"/>
              <a:t>SPILLEREGLER </a:t>
            </a:r>
            <a:endParaRPr lang="da-DK" b="1" dirty="0" smtClean="0"/>
          </a:p>
          <a:p>
            <a:pPr marL="0" indent="0">
              <a:buNone/>
            </a:pPr>
            <a:r>
              <a:rPr lang="da-DK" dirty="0" smtClean="0"/>
              <a:t>for udviklingsfasen:</a:t>
            </a:r>
          </a:p>
          <a:p>
            <a:pPr marL="0" indent="0">
              <a:buNone/>
            </a:pPr>
            <a:r>
              <a:rPr lang="da-DK" dirty="0" smtClean="0"/>
              <a:t>Find </a:t>
            </a:r>
            <a:r>
              <a:rPr lang="da-DK" dirty="0"/>
              <a:t>på mange </a:t>
            </a:r>
            <a:r>
              <a:rPr lang="da-DK" dirty="0" smtClean="0"/>
              <a:t>ideer</a:t>
            </a:r>
            <a:endParaRPr lang="da-DK" dirty="0"/>
          </a:p>
          <a:p>
            <a:r>
              <a:rPr lang="da-DK" dirty="0"/>
              <a:t>Prøv alt</a:t>
            </a:r>
          </a:p>
          <a:p>
            <a:r>
              <a:rPr lang="da-DK" dirty="0"/>
              <a:t>Stop/forhindr/afspor vanetænkning</a:t>
            </a:r>
          </a:p>
          <a:p>
            <a:r>
              <a:rPr lang="da-DK" dirty="0"/>
              <a:t>Byg videre på hinandens </a:t>
            </a:r>
            <a:r>
              <a:rPr lang="da-DK" dirty="0" smtClean="0"/>
              <a:t>ideer </a:t>
            </a:r>
            <a:r>
              <a:rPr lang="da-DK" dirty="0"/>
              <a:t>(JA, og …)</a:t>
            </a:r>
          </a:p>
          <a:p>
            <a:r>
              <a:rPr lang="da-DK" dirty="0"/>
              <a:t>Anerkend og vær åben</a:t>
            </a:r>
          </a:p>
          <a:p>
            <a:r>
              <a:rPr lang="da-DK" dirty="0"/>
              <a:t>Kritik er forbudt. Sig ikke nej.</a:t>
            </a:r>
          </a:p>
        </p:txBody>
      </p:sp>
      <p:pic>
        <p:nvPicPr>
          <p:cNvPr id="9" name="Pladsholder til indhold 4"/>
          <p:cNvPicPr>
            <a:picLocks noGrp="1"/>
          </p:cNvPicPr>
          <p:nvPr>
            <p:ph idx="1"/>
          </p:nvPr>
        </p:nvPicPr>
        <p:blipFill rotWithShape="1">
          <a:blip r:embed="rId3"/>
          <a:srcRect t="5616"/>
          <a:stretch/>
        </p:blipFill>
        <p:spPr bwMode="auto">
          <a:xfrm>
            <a:off x="4572000" y="1916832"/>
            <a:ext cx="4032008" cy="1800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00139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Færdiggøringsfasen</a:t>
            </a:r>
            <a:endParaRPr lang="da-DK" dirty="0"/>
          </a:p>
        </p:txBody>
      </p:sp>
      <p:pic>
        <p:nvPicPr>
          <p:cNvPr id="1026" name="Picture 2" descr="http://www.q-klub.dk/userfiles/image/Tandem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218" y="3921325"/>
            <a:ext cx="3915564" cy="293667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ladsholder til indhold 4"/>
          <p:cNvPicPr>
            <a:picLocks noGrp="1"/>
          </p:cNvPicPr>
          <p:nvPr>
            <p:ph idx="1"/>
          </p:nvPr>
        </p:nvPicPr>
        <p:blipFill rotWithShape="1">
          <a:blip r:embed="rId3"/>
          <a:srcRect t="5616"/>
          <a:stretch/>
        </p:blipFill>
        <p:spPr bwMode="auto">
          <a:xfrm>
            <a:off x="2555996" y="1988840"/>
            <a:ext cx="4032008" cy="18002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260818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2900" dirty="0"/>
              <a:t>Analysér / Systematisér / Kategorisér</a:t>
            </a:r>
          </a:p>
          <a:p>
            <a:endParaRPr lang="da-DK" sz="2900" dirty="0"/>
          </a:p>
          <a:p>
            <a:r>
              <a:rPr lang="da-DK" sz="2900" dirty="0"/>
              <a:t>Døm ikke</a:t>
            </a:r>
          </a:p>
          <a:p>
            <a:endParaRPr lang="da-DK" sz="2900" dirty="0"/>
          </a:p>
          <a:p>
            <a:r>
              <a:rPr lang="da-DK" sz="2900" dirty="0"/>
              <a:t>Smid ikke væk</a:t>
            </a:r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Spilleregler</a:t>
            </a:r>
          </a:p>
        </p:txBody>
      </p:sp>
    </p:spTree>
    <p:extLst>
      <p:ext uri="{BB962C8B-B14F-4D97-AF65-F5344CB8AC3E}">
        <p14:creationId xmlns:p14="http://schemas.microsoft.com/office/powerpoint/2010/main" val="277579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/>
              <a:t>Værdikompas</a:t>
            </a:r>
            <a:br>
              <a:rPr lang="da-DK" dirty="0"/>
            </a:br>
            <a:r>
              <a:rPr lang="da-DK" dirty="0"/>
              <a:t>Hvor skal </a:t>
            </a:r>
            <a:r>
              <a:rPr lang="da-DK" dirty="0" smtClean="0"/>
              <a:t>ideen </a:t>
            </a:r>
            <a:r>
              <a:rPr lang="da-DK" dirty="0"/>
              <a:t>ligge?</a:t>
            </a:r>
          </a:p>
        </p:txBody>
      </p:sp>
      <p:sp>
        <p:nvSpPr>
          <p:cNvPr id="5" name="Højre-venstrepil 4"/>
          <p:cNvSpPr/>
          <p:nvPr/>
        </p:nvSpPr>
        <p:spPr>
          <a:xfrm>
            <a:off x="1043608" y="3883242"/>
            <a:ext cx="6984776" cy="100811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b="1" dirty="0"/>
              <a:t>Lille effekt				Stor effekt</a:t>
            </a:r>
          </a:p>
        </p:txBody>
      </p:sp>
      <p:sp>
        <p:nvSpPr>
          <p:cNvPr id="6" name="Højre-venstrepil 5"/>
          <p:cNvSpPr/>
          <p:nvPr/>
        </p:nvSpPr>
        <p:spPr>
          <a:xfrm rot="5400000">
            <a:off x="2288214" y="3883242"/>
            <a:ext cx="4508884" cy="1008112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b="1" dirty="0"/>
              <a:t>Let 			Svær</a:t>
            </a:r>
          </a:p>
        </p:txBody>
      </p:sp>
    </p:spTree>
    <p:extLst>
      <p:ext uri="{BB962C8B-B14F-4D97-AF65-F5344CB8AC3E}">
        <p14:creationId xmlns:p14="http://schemas.microsoft.com/office/powerpoint/2010/main" val="2888763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indhold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Gå sammen i </a:t>
            </a:r>
            <a:r>
              <a:rPr lang="da-DK" dirty="0" smtClean="0"/>
              <a:t>gruppen</a:t>
            </a:r>
            <a:r>
              <a:rPr lang="da-DK" dirty="0" smtClean="0"/>
              <a:t>.</a:t>
            </a:r>
          </a:p>
          <a:p>
            <a:r>
              <a:rPr lang="da-DK" dirty="0"/>
              <a:t>Kast et grundigt blik på jeres ideer, gør dem bedre – sæt dem evt. sammen</a:t>
            </a:r>
            <a:r>
              <a:rPr lang="da-DK" dirty="0" smtClean="0"/>
              <a:t>.</a:t>
            </a:r>
            <a:endParaRPr lang="da-DK" sz="1000" dirty="0"/>
          </a:p>
          <a:p>
            <a:r>
              <a:rPr lang="da-DK" dirty="0" smtClean="0"/>
              <a:t>Indsæt jeres ideer i </a:t>
            </a:r>
            <a:r>
              <a:rPr lang="da-DK" dirty="0" smtClean="0"/>
              <a:t>værdikompasset.</a:t>
            </a:r>
          </a:p>
          <a:p>
            <a:pPr marL="0" indent="0">
              <a:buNone/>
            </a:pPr>
            <a:endParaRPr lang="da-DK" sz="1000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smtClean="0"/>
              <a:t>Analyser/systematiser 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92522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smtClean="0"/>
              <a:t>Færdiggøring</a:t>
            </a:r>
            <a:endParaRPr lang="da-DK" dirty="0"/>
          </a:p>
        </p:txBody>
      </p:sp>
      <p:pic>
        <p:nvPicPr>
          <p:cNvPr id="5" name="Billede 4" descr="Stock foto af 'lukket, døren, luk'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4112590"/>
            <a:ext cx="3240360" cy="2736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ladsholder til indhold 4"/>
          <p:cNvPicPr>
            <a:picLocks noGrp="1"/>
          </p:cNvPicPr>
          <p:nvPr>
            <p:ph idx="1"/>
          </p:nvPr>
        </p:nvPicPr>
        <p:blipFill rotWithShape="1">
          <a:blip r:embed="rId3"/>
          <a:srcRect t="5616"/>
          <a:stretch/>
        </p:blipFill>
        <p:spPr bwMode="auto">
          <a:xfrm>
            <a:off x="1043608" y="2060848"/>
            <a:ext cx="5932710" cy="258757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ekstfelt 1"/>
          <p:cNvSpPr txBox="1"/>
          <p:nvPr/>
        </p:nvSpPr>
        <p:spPr>
          <a:xfrm>
            <a:off x="1043608" y="4941168"/>
            <a:ext cx="48245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dirty="0" smtClean="0"/>
              <a:t>Vælg </a:t>
            </a:r>
            <a:r>
              <a:rPr lang="da-DK" dirty="0"/>
              <a:t>hvilken idé, I vil arbejde videre med.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dirty="0"/>
              <a:t>Bearbejd jeres løsning og lav jeres ”produkt”.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da-DK" dirty="0" smtClean="0"/>
              <a:t>Luk: </a:t>
            </a:r>
            <a:r>
              <a:rPr lang="da-DK" dirty="0"/>
              <a:t>Præsenter løsningen for klassen.</a:t>
            </a:r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306463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1026" name="Picture 2" descr="https://xpanda1969x.files.wordpress.com/2012/08/crowd-olympic-stadium.jpg?w=53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81" y="188640"/>
            <a:ext cx="8741437" cy="626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277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Pladsholder til indhold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2398064"/>
              </p:ext>
            </p:extLst>
          </p:nvPr>
        </p:nvGraphicFramePr>
        <p:xfrm>
          <a:off x="611558" y="3440430"/>
          <a:ext cx="7992888" cy="2240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32148"/>
                <a:gridCol w="1404158"/>
                <a:gridCol w="1368152"/>
                <a:gridCol w="1296144"/>
                <a:gridCol w="1368152"/>
                <a:gridCol w="1224134"/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1" dirty="0">
                          <a:solidFill>
                            <a:schemeClr val="tx1"/>
                          </a:solidFill>
                          <a:effectLst/>
                        </a:rPr>
                        <a:t>Målgruppe</a:t>
                      </a:r>
                      <a:endParaRPr lang="da-DK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1" dirty="0">
                          <a:solidFill>
                            <a:schemeClr val="tx1"/>
                          </a:solidFill>
                          <a:effectLst/>
                        </a:rPr>
                        <a:t>Kampagneform</a:t>
                      </a:r>
                      <a:endParaRPr lang="da-DK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1" dirty="0">
                          <a:solidFill>
                            <a:schemeClr val="tx1"/>
                          </a:solidFill>
                          <a:effectLst/>
                        </a:rPr>
                        <a:t>Virkemidler</a:t>
                      </a:r>
                      <a:endParaRPr lang="da-DK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1" dirty="0">
                          <a:solidFill>
                            <a:schemeClr val="tx1"/>
                          </a:solidFill>
                          <a:effectLst/>
                        </a:rPr>
                        <a:t>Mål</a:t>
                      </a:r>
                      <a:endParaRPr lang="da-DK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1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1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Drenge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Film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Skræmme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Lægebesøg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Danskere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App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Informere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 err="1">
                          <a:solidFill>
                            <a:schemeClr val="tx1"/>
                          </a:solidFill>
                          <a:effectLst/>
                        </a:rPr>
                        <a:t>Sexuel</a:t>
                      </a: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 adfærd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Unge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Plakat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Humor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Etnicitet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Facebook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 err="1">
                          <a:solidFill>
                            <a:schemeClr val="tx1"/>
                          </a:solidFill>
                          <a:effectLst/>
                        </a:rPr>
                        <a:t>Kombi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Flyer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da-DK" sz="1400" b="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da-DK" sz="1400" b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</a:endParaRPr>
                    </a:p>
                  </a:txBody>
                  <a:tcPr marL="68580" marR="68580" marT="0" marB="0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 smtClean="0"/>
              <a:t>Eksempel på morfologisk skema</a:t>
            </a:r>
            <a:br>
              <a:rPr lang="da-DK" dirty="0" smtClean="0"/>
            </a:br>
            <a:r>
              <a:rPr lang="da-DK" dirty="0" smtClean="0"/>
              <a:t>KLAMYDIA</a:t>
            </a:r>
            <a:endParaRPr lang="da-DK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a-DK" altLang="da-DK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Morfologi:</a:t>
            </a:r>
            <a:endParaRPr kumimoji="0" lang="da-DK" altLang="da-DK" sz="6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a-DK" altLang="da-DK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01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ølgeform">
  <a:themeElements>
    <a:clrScheme name="Bølg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Bølg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ølg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16296</TotalTime>
  <Words>546</Words>
  <Application>Microsoft Office PowerPoint</Application>
  <PresentationFormat>Skærmshow (4:3)</PresentationFormat>
  <Paragraphs>135</Paragraphs>
  <Slides>17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6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17</vt:i4>
      </vt:variant>
    </vt:vector>
  </HeadingPairs>
  <TitlesOfParts>
    <vt:vector size="24" baseType="lpstr">
      <vt:lpstr>Arial</vt:lpstr>
      <vt:lpstr>Calibri</vt:lpstr>
      <vt:lpstr>Candara</vt:lpstr>
      <vt:lpstr>Symbol</vt:lpstr>
      <vt:lpstr>Times New Roman</vt:lpstr>
      <vt:lpstr>Wingdings</vt:lpstr>
      <vt:lpstr>Bølgeform</vt:lpstr>
      <vt:lpstr>1a 2018 Innovation  Nyt, nyttigt og nyttiggjort!</vt:lpstr>
      <vt:lpstr>Det, vi ser og forstår, er styret af vaner, som er mønstre i hjerne og krop</vt:lpstr>
      <vt:lpstr>Frem med ideerne…</vt:lpstr>
      <vt:lpstr>Planlæg en ferie sammen </vt:lpstr>
      <vt:lpstr>Hvad sker der så ? </vt:lpstr>
      <vt:lpstr>Den dobbelte diamant</vt:lpstr>
      <vt:lpstr>Problem: Den første diamant</vt:lpstr>
      <vt:lpstr>Det er et problem, at så mange smittes med klamydia</vt:lpstr>
      <vt:lpstr>Stenen – morfologisk skema </vt:lpstr>
      <vt:lpstr>   Åbne-fasen: At finde på ideer MORFOLOGISK SKEMA</vt:lpstr>
      <vt:lpstr>Færdiggøringsfasen</vt:lpstr>
      <vt:lpstr>Spilleregler</vt:lpstr>
      <vt:lpstr>Værdikompas Hvor skal ideen ligge?</vt:lpstr>
      <vt:lpstr>Analyser/systematiser </vt:lpstr>
      <vt:lpstr>Færdiggøring</vt:lpstr>
      <vt:lpstr>PowerPoint-præsentation</vt:lpstr>
      <vt:lpstr>Eksempel på morfologisk skema KLAMYDIA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 4 Innovation</dc:title>
  <dc:creator>Jesper</dc:creator>
  <cp:lastModifiedBy>Mette Mark</cp:lastModifiedBy>
  <cp:revision>124</cp:revision>
  <dcterms:created xsi:type="dcterms:W3CDTF">2014-03-24T17:18:29Z</dcterms:created>
  <dcterms:modified xsi:type="dcterms:W3CDTF">2018-02-18T18:21:08Z</dcterms:modified>
</cp:coreProperties>
</file>