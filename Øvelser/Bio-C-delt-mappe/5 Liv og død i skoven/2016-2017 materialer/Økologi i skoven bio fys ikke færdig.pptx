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4" r:id="rId4"/>
    <p:sldId id="260" r:id="rId5"/>
    <p:sldId id="261" r:id="rId6"/>
    <p:sldId id="262" r:id="rId7"/>
    <p:sldId id="257" r:id="rId8"/>
    <p:sldId id="258" r:id="rId9"/>
    <p:sldId id="263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617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8573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977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076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028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3925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383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29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310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352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887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EFDEA-7700-4DD3-9F3C-6672659E43F1}" type="datetimeFigureOut">
              <a:rPr lang="da-DK" smtClean="0"/>
              <a:t>25-04-2017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91E7B-0800-4BE4-97AA-DB4104D93BE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536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Økologi i skoven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 smtClean="0"/>
          </a:p>
          <a:p>
            <a:r>
              <a:rPr lang="da-DK" dirty="0" smtClean="0"/>
              <a:t>Ekskursion til </a:t>
            </a:r>
            <a:r>
              <a:rPr lang="da-DK" dirty="0" err="1" smtClean="0"/>
              <a:t>Øksenrade</a:t>
            </a:r>
            <a:r>
              <a:rPr lang="da-DK" dirty="0" smtClean="0"/>
              <a:t> Skov</a:t>
            </a:r>
          </a:p>
          <a:p>
            <a:r>
              <a:rPr lang="da-DK" dirty="0" smtClean="0"/>
              <a:t>Biologi (CS) og fysik (AK) 2017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8711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Formål: fagligt samspil om fælles emne (skov)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Fysik: måle lysintensitet (lysmængde) under forskellige træer vha. en lysmåler og sammenholde med plantedækket på jorden</a:t>
            </a:r>
          </a:p>
          <a:p>
            <a:r>
              <a:rPr lang="da-DK" dirty="0" smtClean="0"/>
              <a:t>Fysik: beregne højden på udvalgte træer for at træne trigonometri</a:t>
            </a:r>
          </a:p>
          <a:p>
            <a:pPr marL="0" indent="0">
              <a:buNone/>
            </a:pPr>
            <a:endParaRPr lang="da-DK" dirty="0" smtClean="0"/>
          </a:p>
          <a:p>
            <a:r>
              <a:rPr lang="da-DK" dirty="0" smtClean="0"/>
              <a:t>Biologi: træne artskendskab til forskellige led i fødenettet</a:t>
            </a:r>
          </a:p>
          <a:p>
            <a:r>
              <a:rPr lang="da-DK" dirty="0" smtClean="0"/>
              <a:t>Biologi: se på biologiske samspil (konkurrence, </a:t>
            </a:r>
            <a:r>
              <a:rPr lang="da-DK" dirty="0" err="1" smtClean="0"/>
              <a:t>prædation</a:t>
            </a:r>
            <a:r>
              <a:rPr lang="da-DK" dirty="0" smtClean="0"/>
              <a:t> osv.)</a:t>
            </a:r>
          </a:p>
          <a:p>
            <a:r>
              <a:rPr lang="da-DK" dirty="0" smtClean="0"/>
              <a:t>Biologi: kvantificere </a:t>
            </a:r>
            <a:r>
              <a:rPr lang="da-DK" dirty="0" err="1" smtClean="0"/>
              <a:t>abiotiske</a:t>
            </a:r>
            <a:r>
              <a:rPr lang="da-DK" dirty="0" smtClean="0"/>
              <a:t> faktorer (temperatur, fugt og pH i jorden samt temperatur i luften) i hhv. løvskov og nåleskov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5282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437880" y="520176"/>
            <a:ext cx="11436440" cy="6247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da-DK" sz="1600" b="1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Identitet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Biologi er læren om det levende og om samspillet mellem det levende og det omgivende miljø.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Biologi giver gennem observationer i naturen og gennem eksperimentelt arbejde indsigt i samspillet i naturen og bidrager til forståelse af betydningen af menneskets aktivitet, herunder principperne for bæredygtig udvikling.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da-DK" sz="1600" b="1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Formål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Formålet med undervisningen er, at eleverne opnår biologisk indsigt og udvikler ansvarlighed for sig selv og for andre levende organismer.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Desuden får de baggrund for at forstå betydningen af biodiversitet, bæredygtig udvikling og miljøbeskyttelse og indsigt i livsstilsfaktorers betydning for sundhed og sygdom.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 studieforberedende mål i biologi C nås i særlig grad gennem faglig fordybelse, elevernes erfaring med kritisk informations- og litteratursøgning samt planlægning og udførelse af eksperimentelt laboratorie- og feltarbejde. Dette omfatter erfaring med databearbejdning, rapportskrivning samt anden skriftlig og mundtlig formidling.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da-DK" sz="1600" b="1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2.1. Faglige mål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0"/>
              </a:spcBef>
              <a:spcAft>
                <a:spcPts val="30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Eleverne skal kunne vise kendskab til biologisk teori og arbejdsmetode, herunder: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7800">
              <a:lnSpc>
                <a:spcPct val="107000"/>
              </a:lnSpc>
              <a:spcAft>
                <a:spcPts val="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gennemføre observationer, undersøgelser og enkle eksperimenter, såvel i felten som i laboratoriet, under hensyntagen til almindelig laboratoriesikkerhed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7800">
              <a:lnSpc>
                <a:spcPct val="107000"/>
              </a:lnSpc>
              <a:spcAft>
                <a:spcPts val="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bearbejde og fortolke biologiske data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7800">
              <a:lnSpc>
                <a:spcPct val="107000"/>
              </a:lnSpc>
              <a:spcAft>
                <a:spcPts val="0"/>
              </a:spcAft>
            </a:pPr>
            <a:r>
              <a:rPr lang="da-DK" sz="1600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formidle resultater fra biologiske undersøgelser i form af journaler og rapporter</a:t>
            </a:r>
            <a:endParaRPr lang="da-DK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1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smtClean="0"/>
              <a:t>Lokalitet: </a:t>
            </a:r>
            <a:r>
              <a:rPr lang="da-DK" dirty="0" err="1" smtClean="0"/>
              <a:t>Øksenrade</a:t>
            </a:r>
            <a:r>
              <a:rPr lang="da-DK" dirty="0" smtClean="0"/>
              <a:t> Skov, Middelfart</a:t>
            </a:r>
            <a:endParaRPr lang="da-DK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690688"/>
            <a:ext cx="5324475" cy="4876800"/>
          </a:xfrm>
          <a:prstGeom prst="rect">
            <a:avLst/>
          </a:prstGeom>
        </p:spPr>
      </p:pic>
      <p:sp>
        <p:nvSpPr>
          <p:cNvPr id="4" name="5-takket stjerne 3"/>
          <p:cNvSpPr/>
          <p:nvPr/>
        </p:nvSpPr>
        <p:spPr>
          <a:xfrm>
            <a:off x="5477813" y="3593205"/>
            <a:ext cx="253285" cy="24469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5-takket stjerne 4"/>
          <p:cNvSpPr/>
          <p:nvPr/>
        </p:nvSpPr>
        <p:spPr>
          <a:xfrm>
            <a:off x="6196884" y="3078050"/>
            <a:ext cx="253285" cy="24469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kstfelt 5"/>
          <p:cNvSpPr txBox="1"/>
          <p:nvPr/>
        </p:nvSpPr>
        <p:spPr>
          <a:xfrm rot="1724818">
            <a:off x="7450673" y="3062224"/>
            <a:ext cx="101743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 smtClean="0"/>
              <a:t>Lærkevej</a:t>
            </a:r>
            <a:endParaRPr lang="da-DK" dirty="0"/>
          </a:p>
        </p:txBody>
      </p:sp>
      <p:sp>
        <p:nvSpPr>
          <p:cNvPr id="7" name="Tekstfelt 6"/>
          <p:cNvSpPr txBox="1"/>
          <p:nvPr/>
        </p:nvSpPr>
        <p:spPr>
          <a:xfrm rot="16471232">
            <a:off x="6668377" y="3944423"/>
            <a:ext cx="112659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 smtClean="0"/>
              <a:t>Spættevej</a:t>
            </a:r>
            <a:endParaRPr lang="da-DK" dirty="0"/>
          </a:p>
        </p:txBody>
      </p:sp>
      <p:sp>
        <p:nvSpPr>
          <p:cNvPr id="8" name="Tekstfelt 7"/>
          <p:cNvSpPr txBox="1"/>
          <p:nvPr/>
        </p:nvSpPr>
        <p:spPr>
          <a:xfrm>
            <a:off x="3906837" y="1830371"/>
            <a:ext cx="38182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b="1" dirty="0" smtClean="0"/>
              <a:t>N</a:t>
            </a:r>
            <a:endParaRPr lang="da-DK" b="1" dirty="0"/>
          </a:p>
        </p:txBody>
      </p:sp>
      <p:cxnSp>
        <p:nvCxnSpPr>
          <p:cNvPr id="10" name="Lige pilforbindelse 9"/>
          <p:cNvCxnSpPr/>
          <p:nvPr/>
        </p:nvCxnSpPr>
        <p:spPr>
          <a:xfrm flipV="1">
            <a:off x="3701362" y="1810949"/>
            <a:ext cx="12879" cy="553998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06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Løvskov, dataindsamling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429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Granskov, dataindsamling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572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Det elektromagnetiske spektrum</a:t>
            </a:r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82"/>
          <a:stretch/>
        </p:blipFill>
        <p:spPr>
          <a:xfrm>
            <a:off x="713252" y="3000776"/>
            <a:ext cx="10502906" cy="22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2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31"/>
          <a:stretch/>
        </p:blipFill>
        <p:spPr>
          <a:xfrm>
            <a:off x="1533659" y="1525964"/>
            <a:ext cx="8292921" cy="504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3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05056" cy="1325563"/>
          </a:xfrm>
        </p:spPr>
        <p:txBody>
          <a:bodyPr/>
          <a:lstStyle/>
          <a:p>
            <a:pPr algn="ctr"/>
            <a:r>
              <a:rPr lang="da-DK" dirty="0" smtClean="0"/>
              <a:t>Beregning af træhøjden vha. trigonometri</a:t>
            </a:r>
            <a:endParaRPr lang="da-DK" dirty="0"/>
          </a:p>
        </p:txBody>
      </p:sp>
      <p:pic>
        <p:nvPicPr>
          <p:cNvPr id="1026" name="Picture 2" descr="Billedresultat for tangens højdemå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772" y="2332796"/>
            <a:ext cx="5935775" cy="377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41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329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Office-tema</vt:lpstr>
      <vt:lpstr>Økologi i skoven</vt:lpstr>
      <vt:lpstr>Formål: fagligt samspil om fælles emne (skov)</vt:lpstr>
      <vt:lpstr>PowerPoint-præsentation</vt:lpstr>
      <vt:lpstr>Lokalitet: Øksenrade Skov, Middelfart</vt:lpstr>
      <vt:lpstr>Løvskov, dataindsamling</vt:lpstr>
      <vt:lpstr>Granskov, dataindsamling</vt:lpstr>
      <vt:lpstr>Det elektromagnetiske spektrum</vt:lpstr>
      <vt:lpstr>PowerPoint-præsentation</vt:lpstr>
      <vt:lpstr>Beregning af træhøjden vha. trigonometri</vt:lpstr>
    </vt:vector>
  </TitlesOfParts>
  <Company>IT-Center Fyn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Økologi i skoven</dc:title>
  <dc:creator>Charlotte Skov</dc:creator>
  <cp:lastModifiedBy>Charlotte Skov</cp:lastModifiedBy>
  <cp:revision>11</cp:revision>
  <dcterms:created xsi:type="dcterms:W3CDTF">2017-04-25T07:29:03Z</dcterms:created>
  <dcterms:modified xsi:type="dcterms:W3CDTF">2017-04-25T14:02:03Z</dcterms:modified>
</cp:coreProperties>
</file>